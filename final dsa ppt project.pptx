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2"/>
    <p:sldId id="258" r:id="rId3"/>
    <p:sldId id="259" r:id="rId4"/>
    <p:sldId id="267" r:id="rId5"/>
    <p:sldId id="263" r:id="rId6"/>
    <p:sldId id="266" r:id="rId7"/>
    <p:sldId id="261" r:id="rId8"/>
    <p:sldId id="273" r:id="rId9"/>
    <p:sldId id="269" r:id="rId10"/>
    <p:sldId id="262" r:id="rId11"/>
    <p:sldId id="281" r:id="rId12"/>
    <p:sldId id="282" r:id="rId13"/>
    <p:sldId id="260" r:id="rId14"/>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1956" userDrawn="1">
          <p15:clr>
            <a:srgbClr val="A4A3A4"/>
          </p15:clr>
        </p15:guide>
        <p15:guide id="2" pos="38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B198"/>
    <a:srgbClr val="74CEBB"/>
    <a:srgbClr val="B8E6DC"/>
    <a:srgbClr val="2B7D6B"/>
    <a:srgbClr val="3030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6"/>
    <p:restoredTop sz="77142"/>
  </p:normalViewPr>
  <p:slideViewPr>
    <p:cSldViewPr snapToGrid="0" showGuides="1">
      <p:cViewPr varScale="1">
        <p:scale>
          <a:sx n="66" d="100"/>
          <a:sy n="66" d="100"/>
        </p:scale>
        <p:origin x="1301" y="43"/>
      </p:cViewPr>
      <p:guideLst>
        <p:guide orient="horz" pos="1956"/>
        <p:guide pos="3844"/>
      </p:guideLst>
    </p:cSldViewPr>
  </p:slideViewPr>
  <p:outlineViewPr>
    <p:cViewPr>
      <p:scale>
        <a:sx n="33" d="100"/>
        <a:sy n="33" d="100"/>
      </p:scale>
      <p:origin x="0" y="0"/>
    </p:cViewPr>
  </p:outlineViewPr>
  <p:notesTextViewPr>
    <p:cViewPr>
      <p:scale>
        <a:sx n="1" d="1"/>
        <a:sy n="1" d="1"/>
      </p:scale>
      <p:origin x="0" y="0"/>
    </p:cViewPr>
  </p:notesTextViewPr>
  <p:sorterViewPr showFormatting="0">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SimSun" panose="02010600030101010101" pitchFamily="2" charset="-122"/>
                <a:cs typeface="+mn-cs"/>
              </a:rPr>
              <a:t>2024/12/3</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SimSun"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D795A747-8555-4E19-AB85-A3E1B43E6E4B}"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幻灯片图像占位符 1"/>
          <p:cNvSpPr>
            <a:spLocks noGrp="1" noRot="1" noChangeAspect="1" noTextEdit="1"/>
          </p:cNvSpPr>
          <p:nvPr>
            <p:ph type="sldImg"/>
          </p:nvPr>
        </p:nvSpPr>
        <p:spPr>
          <a:ln>
            <a:solidFill>
              <a:srgbClr val="000000"/>
            </a:solidFill>
            <a:miter/>
          </a:ln>
        </p:spPr>
      </p:sp>
      <p:sp>
        <p:nvSpPr>
          <p:cNvPr id="5122" name="备注占位符 2"/>
          <p:cNvSpPr>
            <a:spLocks noGrp="1"/>
          </p:cNvSpPr>
          <p:nvPr>
            <p:ph type="body"/>
          </p:nvPr>
        </p:nvSpPr>
        <p:spPr>
          <a:noFill/>
          <a:ln>
            <a:noFill/>
          </a:ln>
        </p:spPr>
        <p:txBody>
          <a:bodyPr wrap="square" lIns="91440" tIns="45720" rIns="91440" bIns="45720" anchor="t" anchorCtr="0"/>
          <a:lstStyle/>
          <a:p>
            <a:pPr lvl="0">
              <a:spcBef>
                <a:spcPct val="0"/>
              </a:spcBef>
            </a:pPr>
            <a:endParaRPr lang="zh-CN" altLang="en-US" dirty="0"/>
          </a:p>
        </p:txBody>
      </p:sp>
      <p:sp>
        <p:nvSpPr>
          <p:cNvPr id="5123" name="灯片编号占位符 3"/>
          <p:cNvSpPr txBox="1">
            <a:spLocks noGrp="1"/>
          </p:cNvSpPr>
          <p:nvPr>
            <p:ph type="sldNum" sz="quarter"/>
          </p:nvPr>
        </p:nvSpPr>
        <p:spPr>
          <a:xfrm>
            <a:off x="3884613" y="8685213"/>
            <a:ext cx="2971800" cy="458787"/>
          </a:xfrm>
          <a:prstGeom prst="rect">
            <a:avLst/>
          </a:prstGeom>
          <a:noFill/>
          <a:ln w="9525">
            <a:noFill/>
          </a:ln>
        </p:spPr>
        <p:txBody>
          <a:bodyPr lIns="91440" tIns="45720" rIns="91440" bIns="45720" anchor="b" anchorCtr="0"/>
          <a:lstStyle/>
          <a:p>
            <a:pPr lvl="0" indent="0" algn="r"/>
            <a:fld id="{9A0DB2DC-4C9A-4742-B13C-FB6460FD3503}" type="slidenum">
              <a:rPr lang="zh-CN" altLang="en-US" sz="1200" dirty="0"/>
              <a:t>1</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122363"/>
            <a:ext cx="9144000" cy="2387600"/>
          </a:xfrm>
        </p:spPr>
        <p:txBody>
          <a:bodyPr anchor="b"/>
          <a:lstStyle>
            <a:lvl1pPr algn="ctr">
              <a:defRPr sz="6000"/>
            </a:lvl1pPr>
          </a:lstStyle>
          <a:p>
            <a:pPr fontAlgn="auto"/>
            <a:r>
              <a:rPr lang="zh-CN" altLang="en-US" strike="noStrike" noProof="1">
                <a:sym typeface="+mn-ea"/>
              </a:rPr>
              <a:t>Click here to edit the master title style</a:t>
            </a:r>
            <a:endParaRPr lang="zh-CN" altLang="en-US" strike="noStrike" noProof="1"/>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a:sym typeface="+mn-ea"/>
              </a:rPr>
              <a:t>Click here to edit the master subtitle style</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13C529C-DDB8-49AC-A154-90DB020AC329}"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pPr fontAlgn="auto"/>
            <a:r>
              <a:rPr lang="zh-CN" altLang="en-US" strike="noStrike" noProof="1">
                <a:sym typeface="+mn-ea"/>
              </a:rPr>
              <a:t>Click here to edit the master title style</a:t>
            </a:r>
            <a:endParaRPr lang="zh-CN" altLang="en-US" strike="noStrike" noProof="1"/>
          </a:p>
        </p:txBody>
      </p:sp>
      <p:sp>
        <p:nvSpPr>
          <p:cNvPr id="3" name="内容占位符 2"/>
          <p:cNvSpPr>
            <a:spLocks noGrp="1"/>
          </p:cNvSpPr>
          <p:nvPr>
            <p:ph idx="1" hasCustomPrompt="1"/>
          </p:nvPr>
        </p:nvSpPr>
        <p:spPr/>
        <p:txBody>
          <a:bodyPr/>
          <a:lstStyle/>
          <a:p>
            <a:pPr lvl="1" fontAlgn="auto"/>
            <a:r>
              <a:rPr lang="zh-CN" altLang="en-US" sz="2800" strike="noStrike" noProof="1">
                <a:sym typeface="+mn-ea"/>
              </a:rPr>
              <a:t>Click here to edit the master text style</a:t>
            </a:r>
            <a:endParaRPr lang="zh-CN" altLang="en-US" sz="2800" strike="noStrike" noProof="1"/>
          </a:p>
          <a:p>
            <a:pPr lvl="1" fontAlgn="auto"/>
            <a:r>
              <a:rPr lang="zh-CN" altLang="en-US" sz="2800" strike="noStrike" noProof="1">
                <a:sym typeface="+mn-ea"/>
              </a:rPr>
              <a:t>The second level</a:t>
            </a:r>
            <a:endParaRPr lang="zh-CN" altLang="en-US" sz="2800" strike="noStrike" noProof="1"/>
          </a:p>
          <a:p>
            <a:pPr lvl="2" fontAlgn="auto"/>
            <a:r>
              <a:rPr lang="zh-CN" altLang="en-US" sz="2800" strike="noStrike" noProof="1">
                <a:sym typeface="+mn-ea"/>
              </a:rPr>
              <a:t>The third level</a:t>
            </a:r>
            <a:endParaRPr lang="zh-CN" altLang="en-US" sz="2800" strike="noStrike" noProof="1"/>
          </a:p>
          <a:p>
            <a:pPr lvl="3" fontAlgn="auto"/>
            <a:r>
              <a:rPr lang="zh-CN" altLang="en-US" sz="2800" strike="noStrike" noProof="1">
                <a:sym typeface="+mn-ea"/>
              </a:rPr>
              <a:t>The fourth level</a:t>
            </a:r>
            <a:endParaRPr lang="zh-CN" altLang="en-US" sz="2800" strike="noStrike" noProof="1"/>
          </a:p>
          <a:p>
            <a:pPr lvl="4" fontAlgn="auto"/>
            <a:r>
              <a:rPr lang="zh-CN" altLang="en-US" sz="2800" strike="noStrike" noProof="1">
                <a:sym typeface="+mn-ea"/>
              </a:rPr>
              <a:t>Fifth level</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13C529C-DDB8-49AC-A154-90DB020AC329}"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0302F"/>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a:t>Click here to edit the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lstStyle/>
          <a:p>
            <a:pPr lvl="1" indent="-228600"/>
            <a:r>
              <a:rPr lang="zh-CN" altLang="en-US" dirty="0"/>
              <a:t>Click here to edit the master text style</a:t>
            </a:r>
          </a:p>
          <a:p>
            <a:pPr lvl="1" indent="-228600"/>
            <a:r>
              <a:rPr lang="zh-CN" altLang="en-US" dirty="0"/>
              <a:t>The second level</a:t>
            </a:r>
          </a:p>
          <a:p>
            <a:pPr lvl="2" indent="-228600"/>
            <a:r>
              <a:rPr lang="zh-CN" altLang="en-US" dirty="0"/>
              <a:t>The third level</a:t>
            </a:r>
          </a:p>
          <a:p>
            <a:pPr lvl="3" indent="-228600"/>
            <a:r>
              <a:rPr lang="zh-CN" altLang="en-US" dirty="0"/>
              <a:t>The fourth level</a:t>
            </a:r>
          </a:p>
          <a:p>
            <a:pPr lvl="4" indent="-228600"/>
            <a:r>
              <a:rPr lang="zh-CN" altLang="en-US" dirty="0"/>
              <a:t>Fifth level</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13C529C-DDB8-49AC-A154-90DB020AC329}"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419850"/>
            <a:ext cx="12192000" cy="438150"/>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100" name="文本框 4"/>
          <p:cNvSpPr txBox="1"/>
          <p:nvPr/>
        </p:nvSpPr>
        <p:spPr>
          <a:xfrm>
            <a:off x="767787" y="743551"/>
            <a:ext cx="5702461" cy="5078313"/>
          </a:xfrm>
          <a:prstGeom prst="rect">
            <a:avLst/>
          </a:prstGeom>
          <a:noFill/>
          <a:ln w="9525">
            <a:noFill/>
          </a:ln>
        </p:spPr>
        <p:txBody>
          <a:bodyPr wrap="square" anchor="t" anchorCtr="0">
            <a:spAutoFit/>
          </a:bodyPr>
          <a:lstStyle/>
          <a:p>
            <a:r>
              <a:rPr lang="en-US" altLang="zh-CN" sz="6000" b="1" dirty="0">
                <a:solidFill>
                  <a:schemeClr val="bg1"/>
                </a:solidFill>
                <a:latin typeface="Arial" panose="020B0604020202020204" pitchFamily="34" charset="0"/>
                <a:ea typeface="SimSun" panose="02010600030101010101" pitchFamily="2" charset="-122"/>
              </a:rPr>
              <a:t>Topic:</a:t>
            </a:r>
          </a:p>
          <a:p>
            <a:r>
              <a:rPr lang="en-US" altLang="zh-CN" sz="6000" b="1" dirty="0">
                <a:solidFill>
                  <a:schemeClr val="bg1"/>
                </a:solidFill>
                <a:latin typeface="Arial" panose="020B0604020202020204" pitchFamily="34" charset="0"/>
                <a:ea typeface="SimSun" panose="02010600030101010101" pitchFamily="2" charset="-122"/>
              </a:rPr>
              <a:t>CakeMaster Management System </a:t>
            </a:r>
          </a:p>
          <a:p>
            <a:endParaRPr lang="en-US" altLang="zh-CN" sz="6000" b="1" dirty="0">
              <a:solidFill>
                <a:schemeClr val="bg1"/>
              </a:solidFill>
              <a:latin typeface="Arial" panose="020B0604020202020204" pitchFamily="34" charset="0"/>
            </a:endParaRPr>
          </a:p>
          <a:p>
            <a:r>
              <a:rPr lang="en-US" altLang="zh-CN" sz="2400" b="1" dirty="0">
                <a:solidFill>
                  <a:schemeClr val="bg1"/>
                </a:solidFill>
                <a:latin typeface="Arial" panose="020B0604020202020204" pitchFamily="34" charset="0"/>
                <a:ea typeface="SimSun" panose="02010600030101010101" pitchFamily="2" charset="-122"/>
              </a:rPr>
              <a:t>     </a:t>
            </a:r>
            <a:r>
              <a:rPr lang="en-US" altLang="zh-CN" sz="2400" b="1" dirty="0">
                <a:solidFill>
                  <a:schemeClr val="bg1"/>
                </a:solidFill>
                <a:latin typeface="Brush Script MT" panose="03060802040406070304" pitchFamily="66" charset="0"/>
              </a:rPr>
              <a:t>“</a:t>
            </a:r>
            <a:r>
              <a:rPr lang="en-US" altLang="zh-CN" sz="2400" b="1" dirty="0">
                <a:solidFill>
                  <a:schemeClr val="bg1"/>
                </a:solidFill>
                <a:latin typeface="Chiller" panose="04020404031007020602" pitchFamily="82" charset="0"/>
              </a:rPr>
              <a:t>WHERE ART MEET CAKISTRY”</a:t>
            </a:r>
          </a:p>
        </p:txBody>
      </p:sp>
      <p:pic>
        <p:nvPicPr>
          <p:cNvPr id="3" name="Picture 2">
            <a:extLst>
              <a:ext uri="{FF2B5EF4-FFF2-40B4-BE49-F238E27FC236}">
                <a16:creationId xmlns:a16="http://schemas.microsoft.com/office/drawing/2014/main" id="{80D083EC-6BFE-1433-5961-DB991E988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3544" y="1851547"/>
            <a:ext cx="3900669" cy="286232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935163"/>
            <a:ext cx="768350" cy="2895600"/>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11404601" y="1916134"/>
            <a:ext cx="768350" cy="2895600"/>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矩形 9"/>
          <p:cNvSpPr/>
          <p:nvPr/>
        </p:nvSpPr>
        <p:spPr>
          <a:xfrm>
            <a:off x="3206750" y="2321005"/>
            <a:ext cx="1311275" cy="1311275"/>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5488870" y="2356073"/>
            <a:ext cx="1312863" cy="1311275"/>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7569071" y="2399688"/>
            <a:ext cx="1311275" cy="1311275"/>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3177029" y="2417048"/>
            <a:ext cx="1119188" cy="1119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800" b="1" i="0" u="none" strike="noStrike" kern="1200" cap="none" spc="0" normalizeH="0" baseline="0" noProof="0" dirty="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rPr>
              <a:t>1</a:t>
            </a:r>
            <a:endParaRPr kumimoji="0" lang="zh-CN" altLang="en-US" sz="8800" b="1" i="0" u="none" strike="noStrike" kern="1200" cap="none" spc="0" normalizeH="0" baseline="0" noProof="0" dirty="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endParaRPr>
          </a:p>
        </p:txBody>
      </p:sp>
      <p:sp>
        <p:nvSpPr>
          <p:cNvPr id="19" name="矩形 18"/>
          <p:cNvSpPr/>
          <p:nvPr/>
        </p:nvSpPr>
        <p:spPr>
          <a:xfrm>
            <a:off x="5585708" y="2395676"/>
            <a:ext cx="1119188" cy="111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800" b="1" i="0" u="none" strike="noStrike" kern="1200" cap="none" spc="0" normalizeH="0" baseline="0" noProof="0" dirty="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rPr>
              <a:t>2</a:t>
            </a:r>
            <a:endParaRPr kumimoji="0" lang="zh-CN" altLang="en-US" sz="8800" b="1" i="0" u="none" strike="noStrike" kern="1200" cap="none" spc="0" normalizeH="0" baseline="0" noProof="0" dirty="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endParaRPr>
          </a:p>
        </p:txBody>
      </p:sp>
      <p:sp>
        <p:nvSpPr>
          <p:cNvPr id="20" name="矩形 19"/>
          <p:cNvSpPr/>
          <p:nvPr/>
        </p:nvSpPr>
        <p:spPr>
          <a:xfrm>
            <a:off x="7714320" y="2496525"/>
            <a:ext cx="956467" cy="111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800" b="1" i="0" u="none" strike="noStrike" kern="1200" cap="none" spc="0" normalizeH="0" baseline="0" noProof="0" dirty="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rPr>
              <a:t>3</a:t>
            </a:r>
            <a:endParaRPr kumimoji="0" lang="zh-CN" altLang="en-US" sz="8800" b="1" i="0" u="none" strike="noStrike" kern="1200" cap="none" spc="0" normalizeH="0" baseline="0" noProof="0" dirty="0">
              <a:ln>
                <a:noFill/>
              </a:ln>
              <a:solidFill>
                <a:srgbClr val="30302F"/>
              </a:solidFill>
              <a:effectLst/>
              <a:uLnTx/>
              <a:uFillTx/>
              <a:latin typeface="Arial" panose="020B0604020202020204" pitchFamily="34" charset="0"/>
              <a:ea typeface="Arial Unicode MS" pitchFamily="34" charset="-122"/>
              <a:cs typeface="Arial" panose="020B0604020202020204" pitchFamily="34" charset="0"/>
              <a:sym typeface="+mn-ea"/>
            </a:endParaRPr>
          </a:p>
        </p:txBody>
      </p:sp>
      <p:sp>
        <p:nvSpPr>
          <p:cNvPr id="6155" name="文本框 21"/>
          <p:cNvSpPr txBox="1"/>
          <p:nvPr/>
        </p:nvSpPr>
        <p:spPr>
          <a:xfrm>
            <a:off x="3134649" y="3735548"/>
            <a:ext cx="1360488" cy="368300"/>
          </a:xfrm>
          <a:prstGeom prst="rect">
            <a:avLst/>
          </a:prstGeom>
          <a:noFill/>
          <a:ln w="9525">
            <a:noFill/>
          </a:ln>
        </p:spPr>
        <p:txBody>
          <a:bodyPr wrap="none" anchor="t" anchorCtr="0">
            <a:spAutoFit/>
          </a:bodyPr>
          <a:lstStyle/>
          <a:p>
            <a:r>
              <a:rPr lang="en-US" altLang="zh-CN" b="1" dirty="0">
                <a:solidFill>
                  <a:schemeClr val="bg1"/>
                </a:solidFill>
                <a:latin typeface="Arial" panose="020B0604020202020204" pitchFamily="34" charset="0"/>
                <a:ea typeface="SimSun" panose="02010600030101010101" pitchFamily="2" charset="-122"/>
              </a:rPr>
              <a:t>PART ONE</a:t>
            </a:r>
            <a:endParaRPr lang="zh-CN" altLang="en-US" b="1" dirty="0">
              <a:solidFill>
                <a:schemeClr val="bg1"/>
              </a:solidFill>
              <a:latin typeface="Arial" panose="020B0604020202020204" pitchFamily="34" charset="0"/>
              <a:ea typeface="Arial" panose="020B0604020202020204" pitchFamily="34" charset="0"/>
            </a:endParaRPr>
          </a:p>
        </p:txBody>
      </p:sp>
      <p:sp>
        <p:nvSpPr>
          <p:cNvPr id="6156" name="文本框 22"/>
          <p:cNvSpPr txBox="1"/>
          <p:nvPr/>
        </p:nvSpPr>
        <p:spPr>
          <a:xfrm>
            <a:off x="5643693" y="3821421"/>
            <a:ext cx="1398587" cy="368300"/>
          </a:xfrm>
          <a:prstGeom prst="rect">
            <a:avLst/>
          </a:prstGeom>
          <a:noFill/>
          <a:ln w="9525">
            <a:noFill/>
          </a:ln>
        </p:spPr>
        <p:txBody>
          <a:bodyPr wrap="none" anchor="t" anchorCtr="0">
            <a:spAutoFit/>
          </a:bodyPr>
          <a:lstStyle/>
          <a:p>
            <a:r>
              <a:rPr lang="en-US" altLang="zh-CN" b="1" dirty="0">
                <a:solidFill>
                  <a:schemeClr val="bg1"/>
                </a:solidFill>
                <a:latin typeface="Arial" panose="020B0604020202020204" pitchFamily="34" charset="0"/>
                <a:ea typeface="SimSun" panose="02010600030101010101" pitchFamily="2" charset="-122"/>
              </a:rPr>
              <a:t>PART TWO</a:t>
            </a:r>
            <a:endParaRPr lang="zh-CN" altLang="en-US" b="1" dirty="0">
              <a:solidFill>
                <a:schemeClr val="bg1"/>
              </a:solidFill>
              <a:latin typeface="Arial" panose="020B0604020202020204" pitchFamily="34" charset="0"/>
              <a:ea typeface="Arial" panose="020B0604020202020204" pitchFamily="34" charset="0"/>
            </a:endParaRPr>
          </a:p>
        </p:txBody>
      </p:sp>
      <p:sp>
        <p:nvSpPr>
          <p:cNvPr id="6157" name="文本框 23"/>
          <p:cNvSpPr txBox="1"/>
          <p:nvPr/>
        </p:nvSpPr>
        <p:spPr>
          <a:xfrm>
            <a:off x="7448681" y="3826243"/>
            <a:ext cx="1641475" cy="369888"/>
          </a:xfrm>
          <a:prstGeom prst="rect">
            <a:avLst/>
          </a:prstGeom>
          <a:noFill/>
          <a:ln w="9525">
            <a:noFill/>
          </a:ln>
        </p:spPr>
        <p:txBody>
          <a:bodyPr wrap="none" anchor="t" anchorCtr="0">
            <a:spAutoFit/>
          </a:bodyPr>
          <a:lstStyle/>
          <a:p>
            <a:r>
              <a:rPr lang="en-US" altLang="zh-CN" b="1" dirty="0">
                <a:solidFill>
                  <a:schemeClr val="bg1"/>
                </a:solidFill>
                <a:latin typeface="Arial" panose="020B0604020202020204" pitchFamily="34" charset="0"/>
                <a:ea typeface="SimSun" panose="02010600030101010101" pitchFamily="2" charset="-122"/>
              </a:rPr>
              <a:t>PART THREE</a:t>
            </a:r>
            <a:endParaRPr lang="zh-CN" altLang="en-US" b="1" dirty="0">
              <a:solidFill>
                <a:schemeClr val="bg1"/>
              </a:solidFill>
              <a:latin typeface="Arial" panose="020B0604020202020204" pitchFamily="34" charset="0"/>
              <a:ea typeface="Arial" panose="020B0604020202020204" pitchFamily="34" charset="0"/>
            </a:endParaRPr>
          </a:p>
        </p:txBody>
      </p:sp>
      <p:sp>
        <p:nvSpPr>
          <p:cNvPr id="6159" name="文本框 25"/>
          <p:cNvSpPr txBox="1"/>
          <p:nvPr/>
        </p:nvSpPr>
        <p:spPr>
          <a:xfrm>
            <a:off x="3007195" y="4158387"/>
            <a:ext cx="2176463" cy="707886"/>
          </a:xfrm>
          <a:prstGeom prst="rect">
            <a:avLst/>
          </a:prstGeom>
          <a:noFill/>
          <a:ln w="9525">
            <a:noFill/>
          </a:ln>
        </p:spPr>
        <p:txBody>
          <a:bodyPr wrap="square" anchor="t" anchorCtr="0">
            <a:spAutoFit/>
          </a:bodyPr>
          <a:lstStyle/>
          <a:p>
            <a:r>
              <a:rPr lang="en-US" altLang="zh-CN" sz="2000" dirty="0">
                <a:solidFill>
                  <a:schemeClr val="bg1"/>
                </a:solidFill>
                <a:latin typeface="Arial" panose="020B0604020202020204" pitchFamily="34" charset="0"/>
                <a:ea typeface="Arial" panose="020B0604020202020204" pitchFamily="34" charset="0"/>
              </a:rPr>
              <a:t>Team Members introduction</a:t>
            </a:r>
            <a:endParaRPr lang="zh-CN" altLang="en-US" sz="2000" dirty="0">
              <a:solidFill>
                <a:schemeClr val="bg1"/>
              </a:solidFill>
              <a:latin typeface="Arial" panose="020B0604020202020204" pitchFamily="34" charset="0"/>
              <a:ea typeface="Arial" panose="020B0604020202020204" pitchFamily="34" charset="0"/>
            </a:endParaRPr>
          </a:p>
        </p:txBody>
      </p:sp>
      <p:sp>
        <p:nvSpPr>
          <p:cNvPr id="6160" name="矩形 26"/>
          <p:cNvSpPr/>
          <p:nvPr/>
        </p:nvSpPr>
        <p:spPr>
          <a:xfrm>
            <a:off x="5462784" y="4142692"/>
            <a:ext cx="1446212" cy="707886"/>
          </a:xfrm>
          <a:prstGeom prst="rect">
            <a:avLst/>
          </a:prstGeom>
          <a:noFill/>
          <a:ln w="9525">
            <a:noFill/>
          </a:ln>
        </p:spPr>
        <p:txBody>
          <a:bodyPr wrap="square" anchor="t" anchorCtr="0">
            <a:spAutoFit/>
          </a:bodyPr>
          <a:lstStyle/>
          <a:p>
            <a:pPr algn="ctr"/>
            <a:r>
              <a:rPr lang="en-US" altLang="zh-CN" sz="2000" dirty="0">
                <a:solidFill>
                  <a:schemeClr val="bg1"/>
                </a:solidFill>
                <a:latin typeface="Arial" panose="020B0604020202020204" pitchFamily="34" charset="0"/>
                <a:ea typeface="Arial" panose="020B0604020202020204" pitchFamily="34" charset="0"/>
              </a:rPr>
              <a:t>About Project</a:t>
            </a:r>
            <a:endParaRPr lang="zh-CN" altLang="en-US" sz="2000" dirty="0">
              <a:solidFill>
                <a:schemeClr val="bg1"/>
              </a:solidFill>
              <a:latin typeface="Arial" panose="020B0604020202020204" pitchFamily="34" charset="0"/>
              <a:ea typeface="Arial" panose="020B0604020202020204" pitchFamily="34" charset="0"/>
            </a:endParaRPr>
          </a:p>
        </p:txBody>
      </p:sp>
      <p:sp>
        <p:nvSpPr>
          <p:cNvPr id="6161" name="矩形 27"/>
          <p:cNvSpPr/>
          <p:nvPr/>
        </p:nvSpPr>
        <p:spPr>
          <a:xfrm>
            <a:off x="7169860" y="4163293"/>
            <a:ext cx="1969023" cy="707886"/>
          </a:xfrm>
          <a:prstGeom prst="rect">
            <a:avLst/>
          </a:prstGeom>
          <a:noFill/>
          <a:ln w="9525">
            <a:noFill/>
          </a:ln>
        </p:spPr>
        <p:txBody>
          <a:bodyPr wrap="square" anchor="t" anchorCtr="0">
            <a:spAutoFit/>
          </a:bodyPr>
          <a:lstStyle/>
          <a:p>
            <a:pPr algn="ctr"/>
            <a:r>
              <a:rPr lang="en-US" altLang="zh-CN" sz="2000" dirty="0">
                <a:solidFill>
                  <a:schemeClr val="bg1"/>
                </a:solidFill>
                <a:latin typeface="Arial" panose="020B0604020202020204" pitchFamily="34" charset="0"/>
                <a:ea typeface="Arial" panose="020B0604020202020204" pitchFamily="34" charset="0"/>
              </a:rPr>
              <a:t>Modules description </a:t>
            </a:r>
            <a:endParaRPr lang="zh-CN" altLang="en-US" sz="2000" dirty="0">
              <a:solidFill>
                <a:schemeClr val="bg1"/>
              </a:solidFill>
              <a:latin typeface="Arial" panose="020B0604020202020204" pitchFamily="34" charset="0"/>
              <a:ea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文本框 4"/>
          <p:cNvSpPr txBox="1"/>
          <p:nvPr/>
        </p:nvSpPr>
        <p:spPr>
          <a:xfrm>
            <a:off x="3971925" y="1822450"/>
            <a:ext cx="1603375" cy="3154363"/>
          </a:xfrm>
          <a:prstGeom prst="rect">
            <a:avLst/>
          </a:prstGeom>
          <a:noFill/>
          <a:ln w="9525">
            <a:noFill/>
          </a:ln>
        </p:spPr>
        <p:txBody>
          <a:bodyPr wrap="none" anchor="t" anchorCtr="0">
            <a:spAutoFit/>
          </a:bodyPr>
          <a:lstStyle/>
          <a:p>
            <a:r>
              <a:rPr lang="en-US" altLang="zh-CN" sz="19900" b="1" dirty="0">
                <a:solidFill>
                  <a:schemeClr val="bg1"/>
                </a:solidFill>
                <a:latin typeface="Arial" panose="020B0604020202020204" pitchFamily="34" charset="0"/>
                <a:ea typeface="SimSun" panose="02010600030101010101" pitchFamily="2" charset="-122"/>
              </a:rPr>
              <a:t>1</a:t>
            </a:r>
            <a:endParaRPr lang="zh-CN" altLang="en-US" sz="19900" b="1" dirty="0">
              <a:solidFill>
                <a:schemeClr val="bg1"/>
              </a:solidFill>
              <a:latin typeface="Arial" panose="020B0604020202020204" pitchFamily="34" charset="0"/>
              <a:ea typeface="Arial" panose="020B0604020202020204" pitchFamily="34" charset="0"/>
            </a:endParaRPr>
          </a:p>
        </p:txBody>
      </p:sp>
      <p:sp>
        <p:nvSpPr>
          <p:cNvPr id="7170" name="文本框 34"/>
          <p:cNvSpPr txBox="1"/>
          <p:nvPr/>
        </p:nvSpPr>
        <p:spPr>
          <a:xfrm>
            <a:off x="5735638" y="3840163"/>
            <a:ext cx="3120791" cy="584775"/>
          </a:xfrm>
          <a:prstGeom prst="rect">
            <a:avLst/>
          </a:prstGeom>
          <a:noFill/>
          <a:ln w="9525">
            <a:noFill/>
          </a:ln>
        </p:spPr>
        <p:txBody>
          <a:bodyPr wrap="none" anchor="t" anchorCtr="0">
            <a:spAutoFit/>
          </a:bodyPr>
          <a:lstStyle/>
          <a:p>
            <a:r>
              <a:rPr lang="en-US" altLang="zh-CN" sz="3200" dirty="0">
                <a:solidFill>
                  <a:schemeClr val="bg1"/>
                </a:solidFill>
                <a:latin typeface="Arial" panose="020B0604020202020204" pitchFamily="34" charset="0"/>
                <a:ea typeface="Arial" panose="020B0604020202020204" pitchFamily="34" charset="0"/>
              </a:rPr>
              <a:t>Team Members </a:t>
            </a:r>
            <a:endParaRPr lang="zh-CN" altLang="en-US" sz="3200" dirty="0">
              <a:solidFill>
                <a:schemeClr val="bg1"/>
              </a:solidFill>
              <a:latin typeface="Arial" panose="020B0604020202020204" pitchFamily="34" charset="0"/>
              <a:ea typeface="Arial" panose="020B0604020202020204" pitchFamily="34" charset="0"/>
            </a:endParaRPr>
          </a:p>
        </p:txBody>
      </p:sp>
      <p:sp>
        <p:nvSpPr>
          <p:cNvPr id="8" name="等腰三角形 7"/>
          <p:cNvSpPr/>
          <p:nvPr/>
        </p:nvSpPr>
        <p:spPr>
          <a:xfrm rot="10800000">
            <a:off x="7002463" y="0"/>
            <a:ext cx="3008313" cy="2593975"/>
          </a:xfrm>
          <a:prstGeom prst="triangle">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8" name="等腰三角形 37"/>
          <p:cNvSpPr/>
          <p:nvPr/>
        </p:nvSpPr>
        <p:spPr>
          <a:xfrm>
            <a:off x="1452563" y="4264025"/>
            <a:ext cx="3008313" cy="2593975"/>
          </a:xfrm>
          <a:prstGeom prst="triangle">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173" name="文本框 38"/>
          <p:cNvSpPr txBox="1"/>
          <p:nvPr/>
        </p:nvSpPr>
        <p:spPr>
          <a:xfrm>
            <a:off x="6013450" y="3316288"/>
            <a:ext cx="1979613" cy="523875"/>
          </a:xfrm>
          <a:prstGeom prst="rect">
            <a:avLst/>
          </a:prstGeom>
          <a:solidFill>
            <a:schemeClr val="bg1"/>
          </a:solidFill>
          <a:ln w="9525">
            <a:noFill/>
          </a:ln>
        </p:spPr>
        <p:txBody>
          <a:bodyPr wrap="none" anchor="t" anchorCtr="0">
            <a:spAutoFit/>
          </a:bodyPr>
          <a:lstStyle/>
          <a:p>
            <a:r>
              <a:rPr lang="en-US" altLang="zh-CN" sz="2800" dirty="0">
                <a:solidFill>
                  <a:srgbClr val="30302F"/>
                </a:solidFill>
                <a:latin typeface="Arial" panose="020B0604020202020204" pitchFamily="34" charset="0"/>
                <a:ea typeface="SimSun" panose="02010600030101010101" pitchFamily="2" charset="-122"/>
              </a:rPr>
              <a:t>PART ONE</a:t>
            </a:r>
            <a:endParaRPr lang="zh-CN" altLang="en-US" sz="2800" dirty="0">
              <a:solidFill>
                <a:srgbClr val="30302F"/>
              </a:solidFill>
              <a:latin typeface="Arial" panose="020B0604020202020204" pitchFamily="34" charset="0"/>
              <a:ea typeface="Arial" panose="020B0604020202020204" pitchFamily="34" charset="0"/>
            </a:endParaRPr>
          </a:p>
        </p:txBody>
      </p:sp>
      <p:sp>
        <p:nvSpPr>
          <p:cNvPr id="14" name="直角三角形 13"/>
          <p:cNvSpPr/>
          <p:nvPr/>
        </p:nvSpPr>
        <p:spPr>
          <a:xfrm rot="10800000" flipH="1">
            <a:off x="8499475" y="-9525"/>
            <a:ext cx="1511300" cy="2603500"/>
          </a:xfrm>
          <a:prstGeom prst="rtTriangle">
            <a:avLst/>
          </a:prstGeom>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0" name="直角三角形 39"/>
          <p:cNvSpPr/>
          <p:nvPr/>
        </p:nvSpPr>
        <p:spPr>
          <a:xfrm flipH="1">
            <a:off x="1446213" y="4241800"/>
            <a:ext cx="1512888" cy="2601913"/>
          </a:xfrm>
          <a:prstGeom prst="rtTriangle">
            <a:avLst/>
          </a:prstGeom>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组合 6"/>
          <p:cNvGrpSpPr/>
          <p:nvPr/>
        </p:nvGrpSpPr>
        <p:grpSpPr>
          <a:xfrm>
            <a:off x="0" y="377825"/>
            <a:ext cx="1001713" cy="522288"/>
            <a:chOff x="0" y="377371"/>
            <a:chExt cx="1988458" cy="522515"/>
          </a:xfrm>
        </p:grpSpPr>
        <p:sp>
          <p:nvSpPr>
            <p:cNvPr id="4" name="矩形 3"/>
            <p:cNvSpPr/>
            <p:nvPr/>
          </p:nvSpPr>
          <p:spPr>
            <a:xfrm>
              <a:off x="0" y="377371"/>
              <a:ext cx="1988458" cy="522514"/>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直角三角形 5"/>
            <p:cNvSpPr/>
            <p:nvPr/>
          </p:nvSpPr>
          <p:spPr>
            <a:xfrm flipH="1">
              <a:off x="0" y="377372"/>
              <a:ext cx="1988458" cy="522514"/>
            </a:xfrm>
            <a:prstGeom prst="rtTriangle">
              <a:avLst/>
            </a:prstGeom>
            <a:solidFill>
              <a:srgbClr val="30302F">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8197" name="文本框 8"/>
          <p:cNvSpPr txBox="1"/>
          <p:nvPr/>
        </p:nvSpPr>
        <p:spPr>
          <a:xfrm>
            <a:off x="1345789" y="454024"/>
            <a:ext cx="4147226" cy="584775"/>
          </a:xfrm>
          <a:prstGeom prst="rect">
            <a:avLst/>
          </a:prstGeom>
          <a:noFill/>
          <a:ln w="9525">
            <a:noFill/>
          </a:ln>
        </p:spPr>
        <p:txBody>
          <a:bodyPr wrap="none" anchor="t" anchorCtr="0">
            <a:spAutoFit/>
          </a:bodyPr>
          <a:lstStyle/>
          <a:p>
            <a:r>
              <a:rPr lang="en-US" altLang="zh-CN" sz="3200" dirty="0">
                <a:solidFill>
                  <a:schemeClr val="bg1"/>
                </a:solidFill>
                <a:latin typeface="Aptos" panose="020B0004020202020204" pitchFamily="34" charset="0"/>
                <a:ea typeface="Arial" panose="020B0604020202020204" pitchFamily="34" charset="0"/>
              </a:rPr>
              <a:t>About Team Members:</a:t>
            </a:r>
          </a:p>
        </p:txBody>
      </p:sp>
      <p:sp>
        <p:nvSpPr>
          <p:cNvPr id="10" name="Oval 19"/>
          <p:cNvSpPr/>
          <p:nvPr/>
        </p:nvSpPr>
        <p:spPr>
          <a:xfrm>
            <a:off x="865188" y="4842193"/>
            <a:ext cx="711200" cy="715963"/>
          </a:xfrm>
          <a:prstGeom prst="ellipse">
            <a:avLst/>
          </a:prstGeom>
          <a:solidFill>
            <a:srgbClr val="3EB198"/>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1735" b="0" i="0" u="none" strike="noStrike" kern="1200" cap="none" spc="0" normalizeH="0" baseline="0" noProof="0">
              <a:ln>
                <a:noFill/>
              </a:ln>
              <a:solidFill>
                <a:schemeClr val="bg1"/>
              </a:solidFill>
              <a:effectLst/>
              <a:uLnTx/>
              <a:uFillTx/>
              <a:latin typeface="+mn-lt"/>
              <a:ea typeface="+mn-ea"/>
              <a:cs typeface="+mn-cs"/>
            </a:endParaRPr>
          </a:p>
        </p:txBody>
      </p:sp>
      <p:grpSp>
        <p:nvGrpSpPr>
          <p:cNvPr id="11" name="Group 23"/>
          <p:cNvGrpSpPr/>
          <p:nvPr/>
        </p:nvGrpSpPr>
        <p:grpSpPr>
          <a:xfrm>
            <a:off x="1049255" y="5030410"/>
            <a:ext cx="397633" cy="339439"/>
            <a:chOff x="3440113" y="1050925"/>
            <a:chExt cx="390525" cy="333376"/>
          </a:xfrm>
          <a:solidFill>
            <a:schemeClr val="bg1"/>
          </a:solidFill>
        </p:grpSpPr>
        <p:sp>
          <p:nvSpPr>
            <p:cNvPr id="12" name="Freeform 8"/>
            <p:cNvSpPr/>
            <p:nvPr/>
          </p:nvSpPr>
          <p:spPr bwMode="auto">
            <a:xfrm>
              <a:off x="3563938" y="1244600"/>
              <a:ext cx="69850" cy="71438"/>
            </a:xfrm>
            <a:custGeom>
              <a:avLst/>
              <a:gdLst>
                <a:gd name="T0" fmla="*/ 44 w 44"/>
                <a:gd name="T1" fmla="*/ 25 h 45"/>
                <a:gd name="T2" fmla="*/ 19 w 44"/>
                <a:gd name="T3" fmla="*/ 0 h 45"/>
                <a:gd name="T4" fmla="*/ 19 w 44"/>
                <a:gd name="T5" fmla="*/ 0 h 45"/>
                <a:gd name="T6" fmla="*/ 0 w 44"/>
                <a:gd name="T7" fmla="*/ 45 h 45"/>
                <a:gd name="T8" fmla="*/ 44 w 44"/>
                <a:gd name="T9" fmla="*/ 25 h 45"/>
              </a:gdLst>
              <a:ahLst/>
              <a:cxnLst>
                <a:cxn ang="0">
                  <a:pos x="T0" y="T1"/>
                </a:cxn>
                <a:cxn ang="0">
                  <a:pos x="T2" y="T3"/>
                </a:cxn>
                <a:cxn ang="0">
                  <a:pos x="T4" y="T5"/>
                </a:cxn>
                <a:cxn ang="0">
                  <a:pos x="T6" y="T7"/>
                </a:cxn>
                <a:cxn ang="0">
                  <a:pos x="T8" y="T9"/>
                </a:cxn>
              </a:cxnLst>
              <a:rect l="0" t="0" r="r" b="b"/>
              <a:pathLst>
                <a:path w="44" h="45">
                  <a:moveTo>
                    <a:pt x="44" y="25"/>
                  </a:moveTo>
                  <a:lnTo>
                    <a:pt x="19" y="0"/>
                  </a:lnTo>
                  <a:lnTo>
                    <a:pt x="19" y="0"/>
                  </a:lnTo>
                  <a:lnTo>
                    <a:pt x="0" y="45"/>
                  </a:lnTo>
                  <a:lnTo>
                    <a:pt x="44"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13" name="Rectangle 9"/>
            <p:cNvSpPr>
              <a:spLocks noChangeArrowheads="1"/>
            </p:cNvSpPr>
            <p:nvPr/>
          </p:nvSpPr>
          <p:spPr bwMode="auto">
            <a:xfrm>
              <a:off x="3633788" y="128428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14" name="Freeform 10"/>
            <p:cNvSpPr/>
            <p:nvPr/>
          </p:nvSpPr>
          <p:spPr bwMode="auto">
            <a:xfrm>
              <a:off x="3605213" y="1074738"/>
              <a:ext cx="176213" cy="176213"/>
            </a:xfrm>
            <a:custGeom>
              <a:avLst/>
              <a:gdLst>
                <a:gd name="T0" fmla="*/ 101 w 111"/>
                <a:gd name="T1" fmla="*/ 0 h 111"/>
                <a:gd name="T2" fmla="*/ 0 w 111"/>
                <a:gd name="T3" fmla="*/ 101 h 111"/>
                <a:gd name="T4" fmla="*/ 10 w 111"/>
                <a:gd name="T5" fmla="*/ 111 h 111"/>
                <a:gd name="T6" fmla="*/ 111 w 111"/>
                <a:gd name="T7" fmla="*/ 10 h 111"/>
                <a:gd name="T8" fmla="*/ 101 w 111"/>
                <a:gd name="T9" fmla="*/ 0 h 111"/>
              </a:gdLst>
              <a:ahLst/>
              <a:cxnLst>
                <a:cxn ang="0">
                  <a:pos x="T0" y="T1"/>
                </a:cxn>
                <a:cxn ang="0">
                  <a:pos x="T2" y="T3"/>
                </a:cxn>
                <a:cxn ang="0">
                  <a:pos x="T4" y="T5"/>
                </a:cxn>
                <a:cxn ang="0">
                  <a:pos x="T6" y="T7"/>
                </a:cxn>
                <a:cxn ang="0">
                  <a:pos x="T8" y="T9"/>
                </a:cxn>
              </a:cxnLst>
              <a:rect l="0" t="0" r="r" b="b"/>
              <a:pathLst>
                <a:path w="111" h="111">
                  <a:moveTo>
                    <a:pt x="101" y="0"/>
                  </a:moveTo>
                  <a:lnTo>
                    <a:pt x="0" y="101"/>
                  </a:lnTo>
                  <a:lnTo>
                    <a:pt x="10" y="111"/>
                  </a:lnTo>
                  <a:lnTo>
                    <a:pt x="111" y="10"/>
                  </a:lnTo>
                  <a:lnTo>
                    <a:pt x="10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15" name="Freeform 11"/>
            <p:cNvSpPr/>
            <p:nvPr/>
          </p:nvSpPr>
          <p:spPr bwMode="auto">
            <a:xfrm>
              <a:off x="3629025" y="1098550"/>
              <a:ext cx="177800" cy="177800"/>
            </a:xfrm>
            <a:custGeom>
              <a:avLst/>
              <a:gdLst>
                <a:gd name="T0" fmla="*/ 0 w 112"/>
                <a:gd name="T1" fmla="*/ 102 h 112"/>
                <a:gd name="T2" fmla="*/ 10 w 112"/>
                <a:gd name="T3" fmla="*/ 112 h 112"/>
                <a:gd name="T4" fmla="*/ 112 w 112"/>
                <a:gd name="T5" fmla="*/ 12 h 112"/>
                <a:gd name="T6" fmla="*/ 102 w 112"/>
                <a:gd name="T7" fmla="*/ 0 h 112"/>
                <a:gd name="T8" fmla="*/ 0 w 112"/>
                <a:gd name="T9" fmla="*/ 102 h 112"/>
              </a:gdLst>
              <a:ahLst/>
              <a:cxnLst>
                <a:cxn ang="0">
                  <a:pos x="T0" y="T1"/>
                </a:cxn>
                <a:cxn ang="0">
                  <a:pos x="T2" y="T3"/>
                </a:cxn>
                <a:cxn ang="0">
                  <a:pos x="T4" y="T5"/>
                </a:cxn>
                <a:cxn ang="0">
                  <a:pos x="T6" y="T7"/>
                </a:cxn>
                <a:cxn ang="0">
                  <a:pos x="T8" y="T9"/>
                </a:cxn>
              </a:cxnLst>
              <a:rect l="0" t="0" r="r" b="b"/>
              <a:pathLst>
                <a:path w="112" h="112">
                  <a:moveTo>
                    <a:pt x="0" y="102"/>
                  </a:moveTo>
                  <a:lnTo>
                    <a:pt x="10" y="112"/>
                  </a:lnTo>
                  <a:lnTo>
                    <a:pt x="112" y="12"/>
                  </a:lnTo>
                  <a:lnTo>
                    <a:pt x="102" y="0"/>
                  </a:lnTo>
                  <a:lnTo>
                    <a:pt x="0"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16" name="Freeform 12"/>
            <p:cNvSpPr/>
            <p:nvPr/>
          </p:nvSpPr>
          <p:spPr bwMode="auto">
            <a:xfrm>
              <a:off x="3775075" y="1050925"/>
              <a:ext cx="55563" cy="52388"/>
            </a:xfrm>
            <a:custGeom>
              <a:avLst/>
              <a:gdLst>
                <a:gd name="T0" fmla="*/ 14 w 21"/>
                <a:gd name="T1" fmla="*/ 6 h 20"/>
                <a:gd name="T2" fmla="*/ 0 w 21"/>
                <a:gd name="T3" fmla="*/ 6 h 20"/>
                <a:gd name="T4" fmla="*/ 15 w 21"/>
                <a:gd name="T5" fmla="*/ 20 h 20"/>
                <a:gd name="T6" fmla="*/ 14 w 21"/>
                <a:gd name="T7" fmla="*/ 6 h 20"/>
              </a:gdLst>
              <a:ahLst/>
              <a:cxnLst>
                <a:cxn ang="0">
                  <a:pos x="T0" y="T1"/>
                </a:cxn>
                <a:cxn ang="0">
                  <a:pos x="T2" y="T3"/>
                </a:cxn>
                <a:cxn ang="0">
                  <a:pos x="T4" y="T5"/>
                </a:cxn>
                <a:cxn ang="0">
                  <a:pos x="T6" y="T7"/>
                </a:cxn>
              </a:cxnLst>
              <a:rect l="0" t="0" r="r" b="b"/>
              <a:pathLst>
                <a:path w="21" h="20">
                  <a:moveTo>
                    <a:pt x="14" y="6"/>
                  </a:moveTo>
                  <a:cubicBezTo>
                    <a:pt x="8" y="0"/>
                    <a:pt x="0" y="6"/>
                    <a:pt x="0" y="6"/>
                  </a:cubicBezTo>
                  <a:cubicBezTo>
                    <a:pt x="15" y="20"/>
                    <a:pt x="15" y="20"/>
                    <a:pt x="15" y="20"/>
                  </a:cubicBezTo>
                  <a:cubicBezTo>
                    <a:pt x="15" y="20"/>
                    <a:pt x="21" y="14"/>
                    <a:pt x="1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17" name="Freeform 13"/>
            <p:cNvSpPr/>
            <p:nvPr/>
          </p:nvSpPr>
          <p:spPr bwMode="auto">
            <a:xfrm>
              <a:off x="3440113" y="1058863"/>
              <a:ext cx="327025" cy="325438"/>
            </a:xfrm>
            <a:custGeom>
              <a:avLst/>
              <a:gdLst>
                <a:gd name="T0" fmla="*/ 182 w 206"/>
                <a:gd name="T1" fmla="*/ 180 h 205"/>
                <a:gd name="T2" fmla="*/ 25 w 206"/>
                <a:gd name="T3" fmla="*/ 180 h 205"/>
                <a:gd name="T4" fmla="*/ 25 w 206"/>
                <a:gd name="T5" fmla="*/ 25 h 205"/>
                <a:gd name="T6" fmla="*/ 172 w 206"/>
                <a:gd name="T7" fmla="*/ 25 h 205"/>
                <a:gd name="T8" fmla="*/ 198 w 206"/>
                <a:gd name="T9" fmla="*/ 0 h 205"/>
                <a:gd name="T10" fmla="*/ 0 w 206"/>
                <a:gd name="T11" fmla="*/ 0 h 205"/>
                <a:gd name="T12" fmla="*/ 0 w 206"/>
                <a:gd name="T13" fmla="*/ 205 h 205"/>
                <a:gd name="T14" fmla="*/ 206 w 206"/>
                <a:gd name="T15" fmla="*/ 205 h 205"/>
                <a:gd name="T16" fmla="*/ 206 w 206"/>
                <a:gd name="T17" fmla="*/ 76 h 205"/>
                <a:gd name="T18" fmla="*/ 182 w 206"/>
                <a:gd name="T19" fmla="*/ 101 h 205"/>
                <a:gd name="T20" fmla="*/ 182 w 206"/>
                <a:gd name="T21"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205">
                  <a:moveTo>
                    <a:pt x="182" y="180"/>
                  </a:moveTo>
                  <a:lnTo>
                    <a:pt x="25" y="180"/>
                  </a:lnTo>
                  <a:lnTo>
                    <a:pt x="25" y="25"/>
                  </a:lnTo>
                  <a:lnTo>
                    <a:pt x="172" y="25"/>
                  </a:lnTo>
                  <a:lnTo>
                    <a:pt x="198" y="0"/>
                  </a:lnTo>
                  <a:lnTo>
                    <a:pt x="0" y="0"/>
                  </a:lnTo>
                  <a:lnTo>
                    <a:pt x="0" y="205"/>
                  </a:lnTo>
                  <a:lnTo>
                    <a:pt x="206" y="205"/>
                  </a:lnTo>
                  <a:lnTo>
                    <a:pt x="206" y="76"/>
                  </a:lnTo>
                  <a:lnTo>
                    <a:pt x="182" y="101"/>
                  </a:lnTo>
                  <a:lnTo>
                    <a:pt x="182" y="1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grpSp>
      <p:sp>
        <p:nvSpPr>
          <p:cNvPr id="18" name="Oval 16"/>
          <p:cNvSpPr/>
          <p:nvPr/>
        </p:nvSpPr>
        <p:spPr>
          <a:xfrm>
            <a:off x="865188" y="3784918"/>
            <a:ext cx="711200" cy="715963"/>
          </a:xfrm>
          <a:prstGeom prst="ellipse">
            <a:avLst/>
          </a:prstGeom>
          <a:solidFill>
            <a:schemeClr val="bg2">
              <a:lumMod val="5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1735" b="0" i="0" u="none" strike="noStrike" kern="1200" cap="none" spc="0" normalizeH="0" baseline="0" noProof="0">
              <a:ln>
                <a:noFill/>
              </a:ln>
              <a:solidFill>
                <a:schemeClr val="bg1"/>
              </a:solidFill>
              <a:effectLst/>
              <a:uLnTx/>
              <a:uFillTx/>
              <a:latin typeface="+mn-lt"/>
              <a:ea typeface="+mn-ea"/>
              <a:cs typeface="+mn-cs"/>
            </a:endParaRPr>
          </a:p>
        </p:txBody>
      </p:sp>
      <p:grpSp>
        <p:nvGrpSpPr>
          <p:cNvPr id="19" name="Group 34"/>
          <p:cNvGrpSpPr/>
          <p:nvPr/>
        </p:nvGrpSpPr>
        <p:grpSpPr>
          <a:xfrm>
            <a:off x="1042346" y="3946703"/>
            <a:ext cx="369512" cy="371875"/>
            <a:chOff x="3886200" y="3605213"/>
            <a:chExt cx="1243013" cy="1250950"/>
          </a:xfrm>
          <a:solidFill>
            <a:schemeClr val="bg1"/>
          </a:solidFill>
        </p:grpSpPr>
        <p:sp>
          <p:nvSpPr>
            <p:cNvPr id="20" name="Freeform 38"/>
            <p:cNvSpPr/>
            <p:nvPr/>
          </p:nvSpPr>
          <p:spPr bwMode="auto">
            <a:xfrm>
              <a:off x="4732338" y="3605213"/>
              <a:ext cx="174625" cy="263525"/>
            </a:xfrm>
            <a:custGeom>
              <a:avLst/>
              <a:gdLst>
                <a:gd name="T0" fmla="*/ 23 w 46"/>
                <a:gd name="T1" fmla="*/ 70 h 70"/>
                <a:gd name="T2" fmla="*/ 46 w 46"/>
                <a:gd name="T3" fmla="*/ 47 h 70"/>
                <a:gd name="T4" fmla="*/ 46 w 46"/>
                <a:gd name="T5" fmla="*/ 23 h 70"/>
                <a:gd name="T6" fmla="*/ 23 w 46"/>
                <a:gd name="T7" fmla="*/ 0 h 70"/>
                <a:gd name="T8" fmla="*/ 0 w 46"/>
                <a:gd name="T9" fmla="*/ 23 h 70"/>
                <a:gd name="T10" fmla="*/ 0 w 46"/>
                <a:gd name="T11" fmla="*/ 47 h 70"/>
                <a:gd name="T12" fmla="*/ 23 w 4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46" h="70">
                  <a:moveTo>
                    <a:pt x="23" y="70"/>
                  </a:moveTo>
                  <a:cubicBezTo>
                    <a:pt x="35" y="70"/>
                    <a:pt x="46" y="60"/>
                    <a:pt x="46" y="47"/>
                  </a:cubicBezTo>
                  <a:cubicBezTo>
                    <a:pt x="46" y="23"/>
                    <a:pt x="46" y="23"/>
                    <a:pt x="46" y="23"/>
                  </a:cubicBezTo>
                  <a:cubicBezTo>
                    <a:pt x="46" y="10"/>
                    <a:pt x="35" y="0"/>
                    <a:pt x="23" y="0"/>
                  </a:cubicBezTo>
                  <a:cubicBezTo>
                    <a:pt x="10" y="0"/>
                    <a:pt x="0" y="10"/>
                    <a:pt x="0" y="23"/>
                  </a:cubicBezTo>
                  <a:cubicBezTo>
                    <a:pt x="0" y="47"/>
                    <a:pt x="0" y="47"/>
                    <a:pt x="0" y="47"/>
                  </a:cubicBezTo>
                  <a:cubicBezTo>
                    <a:pt x="0" y="60"/>
                    <a:pt x="10" y="70"/>
                    <a:pt x="23"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1" name="Freeform 39"/>
            <p:cNvSpPr>
              <a:spLocks noEditPoints="1"/>
            </p:cNvSpPr>
            <p:nvPr/>
          </p:nvSpPr>
          <p:spPr bwMode="auto">
            <a:xfrm>
              <a:off x="3886200" y="3751263"/>
              <a:ext cx="1243013" cy="1104900"/>
            </a:xfrm>
            <a:custGeom>
              <a:avLst/>
              <a:gdLst>
                <a:gd name="T0" fmla="*/ 329 w 329"/>
                <a:gd name="T1" fmla="*/ 1 h 294"/>
                <a:gd name="T2" fmla="*/ 282 w 329"/>
                <a:gd name="T3" fmla="*/ 1 h 294"/>
                <a:gd name="T4" fmla="*/ 282 w 329"/>
                <a:gd name="T5" fmla="*/ 13 h 294"/>
                <a:gd name="T6" fmla="*/ 247 w 329"/>
                <a:gd name="T7" fmla="*/ 48 h 294"/>
                <a:gd name="T8" fmla="*/ 212 w 329"/>
                <a:gd name="T9" fmla="*/ 13 h 294"/>
                <a:gd name="T10" fmla="*/ 212 w 329"/>
                <a:gd name="T11" fmla="*/ 1 h 294"/>
                <a:gd name="T12" fmla="*/ 118 w 329"/>
                <a:gd name="T13" fmla="*/ 1 h 294"/>
                <a:gd name="T14" fmla="*/ 118 w 329"/>
                <a:gd name="T15" fmla="*/ 13 h 294"/>
                <a:gd name="T16" fmla="*/ 83 w 329"/>
                <a:gd name="T17" fmla="*/ 48 h 294"/>
                <a:gd name="T18" fmla="*/ 47 w 329"/>
                <a:gd name="T19" fmla="*/ 13 h 294"/>
                <a:gd name="T20" fmla="*/ 47 w 329"/>
                <a:gd name="T21" fmla="*/ 1 h 294"/>
                <a:gd name="T22" fmla="*/ 0 w 329"/>
                <a:gd name="T23" fmla="*/ 0 h 294"/>
                <a:gd name="T24" fmla="*/ 0 w 329"/>
                <a:gd name="T25" fmla="*/ 294 h 294"/>
                <a:gd name="T26" fmla="*/ 24 w 329"/>
                <a:gd name="T27" fmla="*/ 294 h 294"/>
                <a:gd name="T28" fmla="*/ 306 w 329"/>
                <a:gd name="T29" fmla="*/ 294 h 294"/>
                <a:gd name="T30" fmla="*/ 329 w 329"/>
                <a:gd name="T31" fmla="*/ 294 h 294"/>
                <a:gd name="T32" fmla="*/ 329 w 329"/>
                <a:gd name="T33" fmla="*/ 1 h 294"/>
                <a:gd name="T34" fmla="*/ 306 w 329"/>
                <a:gd name="T35" fmla="*/ 271 h 294"/>
                <a:gd name="T36" fmla="*/ 24 w 329"/>
                <a:gd name="T37" fmla="*/ 271 h 294"/>
                <a:gd name="T38" fmla="*/ 24 w 329"/>
                <a:gd name="T39" fmla="*/ 83 h 294"/>
                <a:gd name="T40" fmla="*/ 306 w 329"/>
                <a:gd name="T41" fmla="*/ 83 h 294"/>
                <a:gd name="T42" fmla="*/ 306 w 329"/>
                <a:gd name="T43" fmla="*/ 27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9" h="294">
                  <a:moveTo>
                    <a:pt x="329" y="1"/>
                  </a:moveTo>
                  <a:cubicBezTo>
                    <a:pt x="282" y="1"/>
                    <a:pt x="282" y="1"/>
                    <a:pt x="282" y="1"/>
                  </a:cubicBezTo>
                  <a:cubicBezTo>
                    <a:pt x="282" y="13"/>
                    <a:pt x="282" y="13"/>
                    <a:pt x="282" y="13"/>
                  </a:cubicBezTo>
                  <a:cubicBezTo>
                    <a:pt x="282" y="32"/>
                    <a:pt x="266" y="48"/>
                    <a:pt x="247" y="48"/>
                  </a:cubicBezTo>
                  <a:cubicBezTo>
                    <a:pt x="228" y="48"/>
                    <a:pt x="212" y="32"/>
                    <a:pt x="212" y="13"/>
                  </a:cubicBezTo>
                  <a:cubicBezTo>
                    <a:pt x="212" y="1"/>
                    <a:pt x="212" y="1"/>
                    <a:pt x="212" y="1"/>
                  </a:cubicBezTo>
                  <a:cubicBezTo>
                    <a:pt x="118" y="1"/>
                    <a:pt x="118" y="1"/>
                    <a:pt x="118" y="1"/>
                  </a:cubicBezTo>
                  <a:cubicBezTo>
                    <a:pt x="118" y="13"/>
                    <a:pt x="118" y="13"/>
                    <a:pt x="118" y="13"/>
                  </a:cubicBezTo>
                  <a:cubicBezTo>
                    <a:pt x="118" y="32"/>
                    <a:pt x="102" y="48"/>
                    <a:pt x="83" y="48"/>
                  </a:cubicBezTo>
                  <a:cubicBezTo>
                    <a:pt x="63" y="48"/>
                    <a:pt x="47" y="32"/>
                    <a:pt x="47" y="13"/>
                  </a:cubicBezTo>
                  <a:cubicBezTo>
                    <a:pt x="47" y="1"/>
                    <a:pt x="47" y="1"/>
                    <a:pt x="47" y="1"/>
                  </a:cubicBezTo>
                  <a:cubicBezTo>
                    <a:pt x="0" y="0"/>
                    <a:pt x="0" y="0"/>
                    <a:pt x="0" y="0"/>
                  </a:cubicBezTo>
                  <a:cubicBezTo>
                    <a:pt x="0" y="294"/>
                    <a:pt x="0" y="294"/>
                    <a:pt x="0" y="294"/>
                  </a:cubicBezTo>
                  <a:cubicBezTo>
                    <a:pt x="24" y="294"/>
                    <a:pt x="24" y="294"/>
                    <a:pt x="24" y="294"/>
                  </a:cubicBezTo>
                  <a:cubicBezTo>
                    <a:pt x="306" y="294"/>
                    <a:pt x="306" y="294"/>
                    <a:pt x="306" y="294"/>
                  </a:cubicBezTo>
                  <a:cubicBezTo>
                    <a:pt x="329" y="294"/>
                    <a:pt x="329" y="294"/>
                    <a:pt x="329" y="294"/>
                  </a:cubicBezTo>
                  <a:lnTo>
                    <a:pt x="329" y="1"/>
                  </a:lnTo>
                  <a:close/>
                  <a:moveTo>
                    <a:pt x="306" y="271"/>
                  </a:moveTo>
                  <a:cubicBezTo>
                    <a:pt x="24" y="271"/>
                    <a:pt x="24" y="271"/>
                    <a:pt x="24" y="271"/>
                  </a:cubicBezTo>
                  <a:cubicBezTo>
                    <a:pt x="24" y="83"/>
                    <a:pt x="24" y="83"/>
                    <a:pt x="24" y="83"/>
                  </a:cubicBezTo>
                  <a:cubicBezTo>
                    <a:pt x="306" y="83"/>
                    <a:pt x="306" y="83"/>
                    <a:pt x="306" y="83"/>
                  </a:cubicBezTo>
                  <a:lnTo>
                    <a:pt x="306" y="2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2" name="Freeform 40"/>
            <p:cNvSpPr/>
            <p:nvPr/>
          </p:nvSpPr>
          <p:spPr bwMode="auto">
            <a:xfrm>
              <a:off x="4108450" y="3605213"/>
              <a:ext cx="174625" cy="263525"/>
            </a:xfrm>
            <a:custGeom>
              <a:avLst/>
              <a:gdLst>
                <a:gd name="T0" fmla="*/ 23 w 46"/>
                <a:gd name="T1" fmla="*/ 70 h 70"/>
                <a:gd name="T2" fmla="*/ 46 w 46"/>
                <a:gd name="T3" fmla="*/ 47 h 70"/>
                <a:gd name="T4" fmla="*/ 46 w 46"/>
                <a:gd name="T5" fmla="*/ 23 h 70"/>
                <a:gd name="T6" fmla="*/ 23 w 46"/>
                <a:gd name="T7" fmla="*/ 0 h 70"/>
                <a:gd name="T8" fmla="*/ 0 w 46"/>
                <a:gd name="T9" fmla="*/ 23 h 70"/>
                <a:gd name="T10" fmla="*/ 0 w 46"/>
                <a:gd name="T11" fmla="*/ 47 h 70"/>
                <a:gd name="T12" fmla="*/ 23 w 4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46" h="70">
                  <a:moveTo>
                    <a:pt x="23" y="70"/>
                  </a:moveTo>
                  <a:cubicBezTo>
                    <a:pt x="36" y="70"/>
                    <a:pt x="46" y="60"/>
                    <a:pt x="46" y="47"/>
                  </a:cubicBezTo>
                  <a:cubicBezTo>
                    <a:pt x="46" y="23"/>
                    <a:pt x="46" y="23"/>
                    <a:pt x="46" y="23"/>
                  </a:cubicBezTo>
                  <a:cubicBezTo>
                    <a:pt x="46" y="10"/>
                    <a:pt x="36" y="0"/>
                    <a:pt x="23" y="0"/>
                  </a:cubicBezTo>
                  <a:cubicBezTo>
                    <a:pt x="10" y="0"/>
                    <a:pt x="0" y="10"/>
                    <a:pt x="0" y="23"/>
                  </a:cubicBezTo>
                  <a:cubicBezTo>
                    <a:pt x="0" y="47"/>
                    <a:pt x="0" y="47"/>
                    <a:pt x="0" y="47"/>
                  </a:cubicBezTo>
                  <a:cubicBezTo>
                    <a:pt x="0" y="60"/>
                    <a:pt x="10" y="70"/>
                    <a:pt x="23"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3" name="Rectangle 41"/>
            <p:cNvSpPr>
              <a:spLocks noChangeArrowheads="1"/>
            </p:cNvSpPr>
            <p:nvPr/>
          </p:nvSpPr>
          <p:spPr bwMode="auto">
            <a:xfrm>
              <a:off x="4332288"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4" name="Rectangle 42"/>
            <p:cNvSpPr>
              <a:spLocks noChangeArrowheads="1"/>
            </p:cNvSpPr>
            <p:nvPr/>
          </p:nvSpPr>
          <p:spPr bwMode="auto">
            <a:xfrm>
              <a:off x="4559300"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5" name="Rectangle 43"/>
            <p:cNvSpPr>
              <a:spLocks noChangeArrowheads="1"/>
            </p:cNvSpPr>
            <p:nvPr/>
          </p:nvSpPr>
          <p:spPr bwMode="auto">
            <a:xfrm>
              <a:off x="4767263"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6" name="Rectangle 44"/>
            <p:cNvSpPr>
              <a:spLocks noChangeArrowheads="1"/>
            </p:cNvSpPr>
            <p:nvPr/>
          </p:nvSpPr>
          <p:spPr bwMode="auto">
            <a:xfrm>
              <a:off x="4332288"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7" name="Rectangle 45"/>
            <p:cNvSpPr>
              <a:spLocks noChangeArrowheads="1"/>
            </p:cNvSpPr>
            <p:nvPr/>
          </p:nvSpPr>
          <p:spPr bwMode="auto">
            <a:xfrm>
              <a:off x="4559300"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8" name="Rectangle 46"/>
            <p:cNvSpPr>
              <a:spLocks noChangeArrowheads="1"/>
            </p:cNvSpPr>
            <p:nvPr/>
          </p:nvSpPr>
          <p:spPr bwMode="auto">
            <a:xfrm>
              <a:off x="4767263"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29" name="Rectangle 47"/>
            <p:cNvSpPr>
              <a:spLocks noChangeArrowheads="1"/>
            </p:cNvSpPr>
            <p:nvPr/>
          </p:nvSpPr>
          <p:spPr bwMode="auto">
            <a:xfrm>
              <a:off x="4332288"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30" name="Rectangle 48"/>
            <p:cNvSpPr>
              <a:spLocks noChangeArrowheads="1"/>
            </p:cNvSpPr>
            <p:nvPr/>
          </p:nvSpPr>
          <p:spPr bwMode="auto">
            <a:xfrm>
              <a:off x="4108450" y="4364038"/>
              <a:ext cx="141288"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31" name="Rectangle 49"/>
            <p:cNvSpPr>
              <a:spLocks noChangeArrowheads="1"/>
            </p:cNvSpPr>
            <p:nvPr/>
          </p:nvSpPr>
          <p:spPr bwMode="auto">
            <a:xfrm>
              <a:off x="4108450" y="4570413"/>
              <a:ext cx="141288"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32" name="Rectangle 50"/>
            <p:cNvSpPr>
              <a:spLocks noChangeArrowheads="1"/>
            </p:cNvSpPr>
            <p:nvPr/>
          </p:nvSpPr>
          <p:spPr bwMode="auto">
            <a:xfrm>
              <a:off x="4559300"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sp>
          <p:nvSpPr>
            <p:cNvPr id="33" name="Rectangle 51"/>
            <p:cNvSpPr>
              <a:spLocks noChangeArrowheads="1"/>
            </p:cNvSpPr>
            <p:nvPr/>
          </p:nvSpPr>
          <p:spPr bwMode="auto">
            <a:xfrm>
              <a:off x="4767263"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bg1"/>
                </a:solidFill>
                <a:effectLst/>
                <a:uLnTx/>
                <a:uFillTx/>
                <a:latin typeface="+mn-lt"/>
                <a:ea typeface="+mn-ea"/>
                <a:cs typeface="+mn-cs"/>
              </a:endParaRPr>
            </a:p>
          </p:txBody>
        </p:sp>
      </p:grpSp>
      <p:sp>
        <p:nvSpPr>
          <p:cNvPr id="34" name="Oval 10"/>
          <p:cNvSpPr/>
          <p:nvPr/>
        </p:nvSpPr>
        <p:spPr>
          <a:xfrm>
            <a:off x="859473" y="2714943"/>
            <a:ext cx="711200" cy="715963"/>
          </a:xfrm>
          <a:prstGeom prst="ellipse">
            <a:avLst/>
          </a:prstGeom>
          <a:solidFill>
            <a:srgbClr val="2B7D6B"/>
          </a:solidFill>
          <a:ln>
            <a:no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1735" b="0" i="0" u="none" strike="noStrike" kern="1200" cap="none" spc="0" normalizeH="0" baseline="0" noProof="0">
              <a:ln>
                <a:noFill/>
              </a:ln>
              <a:solidFill>
                <a:schemeClr val="bg1"/>
              </a:solidFill>
              <a:effectLst/>
              <a:uLnTx/>
              <a:uFillTx/>
              <a:latin typeface="+mn-lt"/>
              <a:ea typeface="+mn-ea"/>
              <a:cs typeface="+mn-cs"/>
            </a:endParaRPr>
          </a:p>
        </p:txBody>
      </p:sp>
      <p:grpSp>
        <p:nvGrpSpPr>
          <p:cNvPr id="35" name="Group 82"/>
          <p:cNvGrpSpPr/>
          <p:nvPr/>
        </p:nvGrpSpPr>
        <p:grpSpPr>
          <a:xfrm>
            <a:off x="1060072" y="2891870"/>
            <a:ext cx="366178" cy="377109"/>
            <a:chOff x="3681413" y="3632200"/>
            <a:chExt cx="638175" cy="657225"/>
          </a:xfrm>
          <a:solidFill>
            <a:schemeClr val="bg1"/>
          </a:solidFill>
        </p:grpSpPr>
        <p:sp>
          <p:nvSpPr>
            <p:cNvPr id="36" name="Freeform 14"/>
            <p:cNvSpPr>
              <a:spLocks noEditPoints="1"/>
            </p:cNvSpPr>
            <p:nvPr/>
          </p:nvSpPr>
          <p:spPr bwMode="auto">
            <a:xfrm>
              <a:off x="3976688" y="3681413"/>
              <a:ext cx="342900" cy="533400"/>
            </a:xfrm>
            <a:custGeom>
              <a:avLst/>
              <a:gdLst/>
              <a:ahLst/>
              <a:cxnLst>
                <a:cxn ang="0">
                  <a:pos x="135" y="53"/>
                </a:cxn>
                <a:cxn ang="0">
                  <a:pos x="134" y="52"/>
                </a:cxn>
                <a:cxn ang="0">
                  <a:pos x="121" y="47"/>
                </a:cxn>
                <a:cxn ang="0">
                  <a:pos x="112" y="56"/>
                </a:cxn>
                <a:cxn ang="0">
                  <a:pos x="103" y="46"/>
                </a:cxn>
                <a:cxn ang="0">
                  <a:pos x="103" y="46"/>
                </a:cxn>
                <a:cxn ang="0">
                  <a:pos x="91" y="52"/>
                </a:cxn>
                <a:cxn ang="0">
                  <a:pos x="88" y="53"/>
                </a:cxn>
                <a:cxn ang="0">
                  <a:pos x="71" y="55"/>
                </a:cxn>
                <a:cxn ang="0">
                  <a:pos x="29" y="9"/>
                </a:cxn>
                <a:cxn ang="0">
                  <a:pos x="22" y="2"/>
                </a:cxn>
                <a:cxn ang="0">
                  <a:pos x="18" y="1"/>
                </a:cxn>
                <a:cxn ang="0">
                  <a:pos x="10" y="2"/>
                </a:cxn>
                <a:cxn ang="0">
                  <a:pos x="3" y="21"/>
                </a:cxn>
                <a:cxn ang="0">
                  <a:pos x="12" y="36"/>
                </a:cxn>
                <a:cxn ang="0">
                  <a:pos x="16" y="41"/>
                </a:cxn>
                <a:cxn ang="0">
                  <a:pos x="63" y="82"/>
                </a:cxn>
                <a:cxn ang="0">
                  <a:pos x="75" y="84"/>
                </a:cxn>
                <a:cxn ang="0">
                  <a:pos x="75" y="158"/>
                </a:cxn>
                <a:cxn ang="0">
                  <a:pos x="77" y="168"/>
                </a:cxn>
                <a:cxn ang="0">
                  <a:pos x="77" y="170"/>
                </a:cxn>
                <a:cxn ang="0">
                  <a:pos x="77" y="305"/>
                </a:cxn>
                <a:cxn ang="0">
                  <a:pos x="93" y="321"/>
                </a:cxn>
                <a:cxn ang="0">
                  <a:pos x="110" y="305"/>
                </a:cxn>
                <a:cxn ang="0">
                  <a:pos x="110" y="190"/>
                </a:cxn>
                <a:cxn ang="0">
                  <a:pos x="112" y="190"/>
                </a:cxn>
                <a:cxn ang="0">
                  <a:pos x="112" y="190"/>
                </a:cxn>
                <a:cxn ang="0">
                  <a:pos x="112" y="305"/>
                </a:cxn>
                <a:cxn ang="0">
                  <a:pos x="129" y="321"/>
                </a:cxn>
                <a:cxn ang="0">
                  <a:pos x="129" y="321"/>
                </a:cxn>
                <a:cxn ang="0">
                  <a:pos x="146" y="305"/>
                </a:cxn>
                <a:cxn ang="0">
                  <a:pos x="146" y="173"/>
                </a:cxn>
                <a:cxn ang="0">
                  <a:pos x="149" y="175"/>
                </a:cxn>
                <a:cxn ang="0">
                  <a:pos x="155" y="177"/>
                </a:cxn>
                <a:cxn ang="0">
                  <a:pos x="168" y="170"/>
                </a:cxn>
                <a:cxn ang="0">
                  <a:pos x="135" y="53"/>
                </a:cxn>
                <a:cxn ang="0">
                  <a:pos x="112" y="127"/>
                </a:cxn>
                <a:cxn ang="0">
                  <a:pos x="112" y="127"/>
                </a:cxn>
                <a:cxn ang="0">
                  <a:pos x="103" y="115"/>
                </a:cxn>
                <a:cxn ang="0">
                  <a:pos x="112" y="57"/>
                </a:cxn>
                <a:cxn ang="0">
                  <a:pos x="112" y="57"/>
                </a:cxn>
                <a:cxn ang="0">
                  <a:pos x="121" y="115"/>
                </a:cxn>
                <a:cxn ang="0">
                  <a:pos x="112" y="127"/>
                </a:cxn>
                <a:cxn ang="0">
                  <a:pos x="149" y="143"/>
                </a:cxn>
                <a:cxn ang="0">
                  <a:pos x="149" y="103"/>
                </a:cxn>
                <a:cxn ang="0">
                  <a:pos x="149" y="143"/>
                </a:cxn>
                <a:cxn ang="0">
                  <a:pos x="149" y="143"/>
                </a:cxn>
                <a:cxn ang="0">
                  <a:pos x="149" y="143"/>
                </a:cxn>
              </a:cxnLst>
              <a:rect l="0" t="0" r="r" b="b"/>
              <a:pathLst>
                <a:path w="207" h="321">
                  <a:moveTo>
                    <a:pt x="135" y="53"/>
                  </a:moveTo>
                  <a:cubicBezTo>
                    <a:pt x="135" y="53"/>
                    <a:pt x="134" y="52"/>
                    <a:pt x="134" y="52"/>
                  </a:cubicBezTo>
                  <a:cubicBezTo>
                    <a:pt x="130" y="50"/>
                    <a:pt x="126" y="48"/>
                    <a:pt x="121" y="47"/>
                  </a:cubicBezTo>
                  <a:cubicBezTo>
                    <a:pt x="112" y="56"/>
                    <a:pt x="112" y="56"/>
                    <a:pt x="112" y="56"/>
                  </a:cubicBezTo>
                  <a:cubicBezTo>
                    <a:pt x="103" y="46"/>
                    <a:pt x="103" y="46"/>
                    <a:pt x="103" y="46"/>
                  </a:cubicBezTo>
                  <a:cubicBezTo>
                    <a:pt x="103" y="46"/>
                    <a:pt x="103" y="46"/>
                    <a:pt x="103" y="46"/>
                  </a:cubicBezTo>
                  <a:cubicBezTo>
                    <a:pt x="99" y="48"/>
                    <a:pt x="95" y="49"/>
                    <a:pt x="91" y="52"/>
                  </a:cubicBezTo>
                  <a:cubicBezTo>
                    <a:pt x="90" y="52"/>
                    <a:pt x="89" y="52"/>
                    <a:pt x="88" y="53"/>
                  </a:cubicBezTo>
                  <a:cubicBezTo>
                    <a:pt x="82" y="56"/>
                    <a:pt x="77" y="57"/>
                    <a:pt x="71" y="55"/>
                  </a:cubicBezTo>
                  <a:cubicBezTo>
                    <a:pt x="52" y="49"/>
                    <a:pt x="34" y="19"/>
                    <a:pt x="29" y="9"/>
                  </a:cubicBezTo>
                  <a:cubicBezTo>
                    <a:pt x="27" y="6"/>
                    <a:pt x="25" y="4"/>
                    <a:pt x="22" y="2"/>
                  </a:cubicBezTo>
                  <a:cubicBezTo>
                    <a:pt x="18" y="1"/>
                    <a:pt x="18" y="1"/>
                    <a:pt x="18" y="1"/>
                  </a:cubicBezTo>
                  <a:cubicBezTo>
                    <a:pt x="16" y="0"/>
                    <a:pt x="13" y="1"/>
                    <a:pt x="10" y="2"/>
                  </a:cubicBezTo>
                  <a:cubicBezTo>
                    <a:pt x="3" y="5"/>
                    <a:pt x="0" y="14"/>
                    <a:pt x="3" y="21"/>
                  </a:cubicBezTo>
                  <a:cubicBezTo>
                    <a:pt x="4" y="23"/>
                    <a:pt x="7" y="29"/>
                    <a:pt x="12" y="36"/>
                  </a:cubicBezTo>
                  <a:cubicBezTo>
                    <a:pt x="16" y="41"/>
                    <a:pt x="16" y="41"/>
                    <a:pt x="16" y="41"/>
                  </a:cubicBezTo>
                  <a:cubicBezTo>
                    <a:pt x="26" y="56"/>
                    <a:pt x="42" y="75"/>
                    <a:pt x="63" y="82"/>
                  </a:cubicBezTo>
                  <a:cubicBezTo>
                    <a:pt x="67" y="83"/>
                    <a:pt x="71" y="84"/>
                    <a:pt x="75" y="84"/>
                  </a:cubicBezTo>
                  <a:cubicBezTo>
                    <a:pt x="75" y="158"/>
                    <a:pt x="75" y="158"/>
                    <a:pt x="75" y="158"/>
                  </a:cubicBezTo>
                  <a:cubicBezTo>
                    <a:pt x="75" y="162"/>
                    <a:pt x="76" y="165"/>
                    <a:pt x="77" y="168"/>
                  </a:cubicBezTo>
                  <a:cubicBezTo>
                    <a:pt x="77" y="169"/>
                    <a:pt x="77" y="170"/>
                    <a:pt x="77" y="170"/>
                  </a:cubicBezTo>
                  <a:cubicBezTo>
                    <a:pt x="77" y="305"/>
                    <a:pt x="77" y="305"/>
                    <a:pt x="77" y="305"/>
                  </a:cubicBezTo>
                  <a:cubicBezTo>
                    <a:pt x="77" y="314"/>
                    <a:pt x="84" y="321"/>
                    <a:pt x="93" y="321"/>
                  </a:cubicBezTo>
                  <a:cubicBezTo>
                    <a:pt x="103" y="321"/>
                    <a:pt x="110" y="314"/>
                    <a:pt x="110" y="305"/>
                  </a:cubicBezTo>
                  <a:cubicBezTo>
                    <a:pt x="110" y="190"/>
                    <a:pt x="110" y="190"/>
                    <a:pt x="110" y="190"/>
                  </a:cubicBezTo>
                  <a:cubicBezTo>
                    <a:pt x="111" y="190"/>
                    <a:pt x="111" y="190"/>
                    <a:pt x="112" y="190"/>
                  </a:cubicBezTo>
                  <a:cubicBezTo>
                    <a:pt x="112" y="190"/>
                    <a:pt x="112" y="190"/>
                    <a:pt x="112" y="190"/>
                  </a:cubicBezTo>
                  <a:cubicBezTo>
                    <a:pt x="112" y="305"/>
                    <a:pt x="112" y="305"/>
                    <a:pt x="112" y="305"/>
                  </a:cubicBezTo>
                  <a:cubicBezTo>
                    <a:pt x="112" y="314"/>
                    <a:pt x="120" y="321"/>
                    <a:pt x="129" y="321"/>
                  </a:cubicBezTo>
                  <a:cubicBezTo>
                    <a:pt x="129" y="321"/>
                    <a:pt x="129" y="321"/>
                    <a:pt x="129" y="321"/>
                  </a:cubicBezTo>
                  <a:cubicBezTo>
                    <a:pt x="138" y="321"/>
                    <a:pt x="146" y="314"/>
                    <a:pt x="146" y="305"/>
                  </a:cubicBezTo>
                  <a:cubicBezTo>
                    <a:pt x="146" y="173"/>
                    <a:pt x="146" y="173"/>
                    <a:pt x="146" y="173"/>
                  </a:cubicBezTo>
                  <a:cubicBezTo>
                    <a:pt x="146" y="174"/>
                    <a:pt x="147" y="175"/>
                    <a:pt x="149" y="175"/>
                  </a:cubicBezTo>
                  <a:cubicBezTo>
                    <a:pt x="151" y="176"/>
                    <a:pt x="153" y="177"/>
                    <a:pt x="155" y="177"/>
                  </a:cubicBezTo>
                  <a:cubicBezTo>
                    <a:pt x="160" y="177"/>
                    <a:pt x="165" y="174"/>
                    <a:pt x="168" y="170"/>
                  </a:cubicBezTo>
                  <a:cubicBezTo>
                    <a:pt x="207" y="97"/>
                    <a:pt x="153" y="64"/>
                    <a:pt x="135" y="53"/>
                  </a:cubicBezTo>
                  <a:close/>
                  <a:moveTo>
                    <a:pt x="112" y="127"/>
                  </a:moveTo>
                  <a:cubicBezTo>
                    <a:pt x="112" y="127"/>
                    <a:pt x="112" y="127"/>
                    <a:pt x="112" y="127"/>
                  </a:cubicBezTo>
                  <a:cubicBezTo>
                    <a:pt x="103" y="115"/>
                    <a:pt x="103" y="115"/>
                    <a:pt x="103" y="115"/>
                  </a:cubicBezTo>
                  <a:cubicBezTo>
                    <a:pt x="112" y="57"/>
                    <a:pt x="112" y="57"/>
                    <a:pt x="112" y="57"/>
                  </a:cubicBezTo>
                  <a:cubicBezTo>
                    <a:pt x="112" y="57"/>
                    <a:pt x="112" y="57"/>
                    <a:pt x="112" y="57"/>
                  </a:cubicBezTo>
                  <a:cubicBezTo>
                    <a:pt x="121" y="115"/>
                    <a:pt x="121" y="115"/>
                    <a:pt x="121" y="115"/>
                  </a:cubicBezTo>
                  <a:lnTo>
                    <a:pt x="112" y="127"/>
                  </a:lnTo>
                  <a:close/>
                  <a:moveTo>
                    <a:pt x="149" y="143"/>
                  </a:moveTo>
                  <a:cubicBezTo>
                    <a:pt x="149" y="103"/>
                    <a:pt x="149" y="103"/>
                    <a:pt x="149" y="103"/>
                  </a:cubicBezTo>
                  <a:cubicBezTo>
                    <a:pt x="154" y="113"/>
                    <a:pt x="156" y="126"/>
                    <a:pt x="149" y="143"/>
                  </a:cubicBezTo>
                  <a:close/>
                  <a:moveTo>
                    <a:pt x="149" y="143"/>
                  </a:moveTo>
                  <a:cubicBezTo>
                    <a:pt x="149" y="143"/>
                    <a:pt x="149" y="143"/>
                    <a:pt x="149" y="143"/>
                  </a:cubicBezTo>
                </a:path>
              </a:pathLst>
            </a:custGeom>
            <a:grp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7" name="Freeform 15"/>
            <p:cNvSpPr>
              <a:spLocks noEditPoints="1"/>
            </p:cNvSpPr>
            <p:nvPr/>
          </p:nvSpPr>
          <p:spPr bwMode="auto">
            <a:xfrm>
              <a:off x="4102100" y="3633788"/>
              <a:ext cx="119063" cy="120650"/>
            </a:xfrm>
            <a:custGeom>
              <a:avLst/>
              <a:gdLst/>
              <a:ahLst/>
              <a:cxnLst>
                <a:cxn ang="0">
                  <a:pos x="72" y="36"/>
                </a:cxn>
                <a:cxn ang="0">
                  <a:pos x="36" y="72"/>
                </a:cxn>
                <a:cxn ang="0">
                  <a:pos x="0" y="36"/>
                </a:cxn>
                <a:cxn ang="0">
                  <a:pos x="36" y="0"/>
                </a:cxn>
                <a:cxn ang="0">
                  <a:pos x="72" y="36"/>
                </a:cxn>
                <a:cxn ang="0">
                  <a:pos x="72" y="36"/>
                </a:cxn>
                <a:cxn ang="0">
                  <a:pos x="72" y="36"/>
                </a:cxn>
              </a:cxnLst>
              <a:rect l="0" t="0" r="r" b="b"/>
              <a:pathLst>
                <a:path w="72" h="72">
                  <a:moveTo>
                    <a:pt x="72" y="36"/>
                  </a:moveTo>
                  <a:cubicBezTo>
                    <a:pt x="72" y="56"/>
                    <a:pt x="56" y="72"/>
                    <a:pt x="36" y="72"/>
                  </a:cubicBezTo>
                  <a:cubicBezTo>
                    <a:pt x="16" y="72"/>
                    <a:pt x="0" y="56"/>
                    <a:pt x="0" y="36"/>
                  </a:cubicBezTo>
                  <a:cubicBezTo>
                    <a:pt x="0" y="16"/>
                    <a:pt x="16" y="0"/>
                    <a:pt x="36" y="0"/>
                  </a:cubicBezTo>
                  <a:cubicBezTo>
                    <a:pt x="56" y="0"/>
                    <a:pt x="72" y="16"/>
                    <a:pt x="72" y="36"/>
                  </a:cubicBezTo>
                  <a:close/>
                  <a:moveTo>
                    <a:pt x="72" y="36"/>
                  </a:moveTo>
                  <a:cubicBezTo>
                    <a:pt x="72" y="36"/>
                    <a:pt x="72" y="36"/>
                    <a:pt x="72" y="36"/>
                  </a:cubicBezTo>
                </a:path>
              </a:pathLst>
            </a:custGeom>
            <a:grp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8" name="Freeform 16"/>
            <p:cNvSpPr>
              <a:spLocks noEditPoints="1"/>
            </p:cNvSpPr>
            <p:nvPr/>
          </p:nvSpPr>
          <p:spPr bwMode="auto">
            <a:xfrm>
              <a:off x="3703638" y="3632200"/>
              <a:ext cx="361950" cy="338137"/>
            </a:xfrm>
            <a:custGeom>
              <a:avLst/>
              <a:gdLst/>
              <a:ahLst/>
              <a:cxnLst>
                <a:cxn ang="0">
                  <a:pos x="197" y="203"/>
                </a:cxn>
                <a:cxn ang="0">
                  <a:pos x="20" y="203"/>
                </a:cxn>
                <a:cxn ang="0">
                  <a:pos x="0" y="182"/>
                </a:cxn>
                <a:cxn ang="0">
                  <a:pos x="0" y="20"/>
                </a:cxn>
                <a:cxn ang="0">
                  <a:pos x="20" y="0"/>
                </a:cxn>
                <a:cxn ang="0">
                  <a:pos x="197" y="0"/>
                </a:cxn>
                <a:cxn ang="0">
                  <a:pos x="218" y="20"/>
                </a:cxn>
                <a:cxn ang="0">
                  <a:pos x="218" y="182"/>
                </a:cxn>
                <a:cxn ang="0">
                  <a:pos x="197" y="203"/>
                </a:cxn>
                <a:cxn ang="0">
                  <a:pos x="20" y="13"/>
                </a:cxn>
                <a:cxn ang="0">
                  <a:pos x="13" y="20"/>
                </a:cxn>
                <a:cxn ang="0">
                  <a:pos x="13" y="182"/>
                </a:cxn>
                <a:cxn ang="0">
                  <a:pos x="20" y="189"/>
                </a:cxn>
                <a:cxn ang="0">
                  <a:pos x="197" y="189"/>
                </a:cxn>
                <a:cxn ang="0">
                  <a:pos x="204" y="182"/>
                </a:cxn>
                <a:cxn ang="0">
                  <a:pos x="204" y="20"/>
                </a:cxn>
                <a:cxn ang="0">
                  <a:pos x="197" y="13"/>
                </a:cxn>
                <a:cxn ang="0">
                  <a:pos x="20" y="13"/>
                </a:cxn>
                <a:cxn ang="0">
                  <a:pos x="20" y="13"/>
                </a:cxn>
                <a:cxn ang="0">
                  <a:pos x="20" y="13"/>
                </a:cxn>
              </a:cxnLst>
              <a:rect l="0" t="0" r="r" b="b"/>
              <a:pathLst>
                <a:path w="218" h="203">
                  <a:moveTo>
                    <a:pt x="197" y="203"/>
                  </a:moveTo>
                  <a:cubicBezTo>
                    <a:pt x="20" y="203"/>
                    <a:pt x="20" y="203"/>
                    <a:pt x="20" y="203"/>
                  </a:cubicBezTo>
                  <a:cubicBezTo>
                    <a:pt x="9" y="203"/>
                    <a:pt x="0" y="194"/>
                    <a:pt x="0" y="182"/>
                  </a:cubicBezTo>
                  <a:cubicBezTo>
                    <a:pt x="0" y="20"/>
                    <a:pt x="0" y="20"/>
                    <a:pt x="0" y="20"/>
                  </a:cubicBezTo>
                  <a:cubicBezTo>
                    <a:pt x="0" y="9"/>
                    <a:pt x="9" y="0"/>
                    <a:pt x="20" y="0"/>
                  </a:cubicBezTo>
                  <a:cubicBezTo>
                    <a:pt x="197" y="0"/>
                    <a:pt x="197" y="0"/>
                    <a:pt x="197" y="0"/>
                  </a:cubicBezTo>
                  <a:cubicBezTo>
                    <a:pt x="208" y="0"/>
                    <a:pt x="218" y="9"/>
                    <a:pt x="218" y="20"/>
                  </a:cubicBezTo>
                  <a:cubicBezTo>
                    <a:pt x="218" y="182"/>
                    <a:pt x="218" y="182"/>
                    <a:pt x="218" y="182"/>
                  </a:cubicBezTo>
                  <a:cubicBezTo>
                    <a:pt x="218" y="194"/>
                    <a:pt x="208" y="203"/>
                    <a:pt x="197" y="203"/>
                  </a:cubicBezTo>
                  <a:close/>
                  <a:moveTo>
                    <a:pt x="20" y="13"/>
                  </a:moveTo>
                  <a:cubicBezTo>
                    <a:pt x="16" y="13"/>
                    <a:pt x="13" y="16"/>
                    <a:pt x="13" y="20"/>
                  </a:cubicBezTo>
                  <a:cubicBezTo>
                    <a:pt x="13" y="182"/>
                    <a:pt x="13" y="182"/>
                    <a:pt x="13" y="182"/>
                  </a:cubicBezTo>
                  <a:cubicBezTo>
                    <a:pt x="13" y="186"/>
                    <a:pt x="16" y="189"/>
                    <a:pt x="20" y="189"/>
                  </a:cubicBezTo>
                  <a:cubicBezTo>
                    <a:pt x="197" y="189"/>
                    <a:pt x="197" y="189"/>
                    <a:pt x="197" y="189"/>
                  </a:cubicBezTo>
                  <a:cubicBezTo>
                    <a:pt x="201" y="189"/>
                    <a:pt x="204" y="186"/>
                    <a:pt x="204" y="182"/>
                  </a:cubicBezTo>
                  <a:cubicBezTo>
                    <a:pt x="204" y="20"/>
                    <a:pt x="204" y="20"/>
                    <a:pt x="204" y="20"/>
                  </a:cubicBezTo>
                  <a:cubicBezTo>
                    <a:pt x="204" y="16"/>
                    <a:pt x="201" y="13"/>
                    <a:pt x="197" y="13"/>
                  </a:cubicBezTo>
                  <a:lnTo>
                    <a:pt x="20" y="13"/>
                  </a:lnTo>
                  <a:close/>
                  <a:moveTo>
                    <a:pt x="20" y="13"/>
                  </a:moveTo>
                  <a:cubicBezTo>
                    <a:pt x="20" y="13"/>
                    <a:pt x="20" y="13"/>
                    <a:pt x="20" y="13"/>
                  </a:cubicBezTo>
                </a:path>
              </a:pathLst>
            </a:custGeom>
            <a:grp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39" name="Freeform 17"/>
            <p:cNvSpPr>
              <a:spLocks noEditPoints="1"/>
            </p:cNvSpPr>
            <p:nvPr/>
          </p:nvSpPr>
          <p:spPr bwMode="auto">
            <a:xfrm>
              <a:off x="3743325" y="4003675"/>
              <a:ext cx="96838" cy="93662"/>
            </a:xfrm>
            <a:custGeom>
              <a:avLst/>
              <a:gdLst/>
              <a:ahLst/>
              <a:cxnLst>
                <a:cxn ang="0">
                  <a:pos x="58" y="29"/>
                </a:cxn>
                <a:cxn ang="0">
                  <a:pos x="29" y="57"/>
                </a:cxn>
                <a:cxn ang="0">
                  <a:pos x="0" y="29"/>
                </a:cxn>
                <a:cxn ang="0">
                  <a:pos x="29" y="0"/>
                </a:cxn>
                <a:cxn ang="0">
                  <a:pos x="58" y="29"/>
                </a:cxn>
                <a:cxn ang="0">
                  <a:pos x="58" y="29"/>
                </a:cxn>
                <a:cxn ang="0">
                  <a:pos x="58" y="29"/>
                </a:cxn>
              </a:cxnLst>
              <a:rect l="0" t="0" r="r" b="b"/>
              <a:pathLst>
                <a:path w="58" h="57">
                  <a:moveTo>
                    <a:pt x="58" y="29"/>
                  </a:moveTo>
                  <a:cubicBezTo>
                    <a:pt x="58" y="45"/>
                    <a:pt x="45" y="57"/>
                    <a:pt x="29" y="57"/>
                  </a:cubicBezTo>
                  <a:cubicBezTo>
                    <a:pt x="13" y="57"/>
                    <a:pt x="0" y="45"/>
                    <a:pt x="0" y="29"/>
                  </a:cubicBezTo>
                  <a:cubicBezTo>
                    <a:pt x="0" y="13"/>
                    <a:pt x="13" y="0"/>
                    <a:pt x="29" y="0"/>
                  </a:cubicBezTo>
                  <a:cubicBezTo>
                    <a:pt x="45" y="0"/>
                    <a:pt x="58" y="13"/>
                    <a:pt x="58" y="29"/>
                  </a:cubicBezTo>
                  <a:close/>
                  <a:moveTo>
                    <a:pt x="58" y="29"/>
                  </a:moveTo>
                  <a:cubicBezTo>
                    <a:pt x="58" y="29"/>
                    <a:pt x="58" y="29"/>
                    <a:pt x="58" y="29"/>
                  </a:cubicBezTo>
                </a:path>
              </a:pathLst>
            </a:custGeom>
            <a:grp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0" name="Freeform 18"/>
            <p:cNvSpPr>
              <a:spLocks noEditPoints="1"/>
            </p:cNvSpPr>
            <p:nvPr/>
          </p:nvSpPr>
          <p:spPr bwMode="auto">
            <a:xfrm>
              <a:off x="3695700" y="4100513"/>
              <a:ext cx="192088" cy="106362"/>
            </a:xfrm>
            <a:custGeom>
              <a:avLst/>
              <a:gdLst/>
              <a:ahLst/>
              <a:cxnLst>
                <a:cxn ang="0">
                  <a:pos x="25" y="64"/>
                </a:cxn>
                <a:cxn ang="0">
                  <a:pos x="29" y="44"/>
                </a:cxn>
                <a:cxn ang="0">
                  <a:pos x="29" y="64"/>
                </a:cxn>
                <a:cxn ang="0">
                  <a:pos x="58" y="64"/>
                </a:cxn>
                <a:cxn ang="0">
                  <a:pos x="51" y="54"/>
                </a:cxn>
                <a:cxn ang="0">
                  <a:pos x="58" y="8"/>
                </a:cxn>
                <a:cxn ang="0">
                  <a:pos x="58" y="8"/>
                </a:cxn>
                <a:cxn ang="0">
                  <a:pos x="65" y="54"/>
                </a:cxn>
                <a:cxn ang="0">
                  <a:pos x="58" y="64"/>
                </a:cxn>
                <a:cxn ang="0">
                  <a:pos x="87" y="64"/>
                </a:cxn>
                <a:cxn ang="0">
                  <a:pos x="87" y="44"/>
                </a:cxn>
                <a:cxn ang="0">
                  <a:pos x="91" y="64"/>
                </a:cxn>
                <a:cxn ang="0">
                  <a:pos x="114" y="64"/>
                </a:cxn>
                <a:cxn ang="0">
                  <a:pos x="77" y="5"/>
                </a:cxn>
                <a:cxn ang="0">
                  <a:pos x="76" y="5"/>
                </a:cxn>
                <a:cxn ang="0">
                  <a:pos x="65" y="0"/>
                </a:cxn>
                <a:cxn ang="0">
                  <a:pos x="58" y="7"/>
                </a:cxn>
                <a:cxn ang="0">
                  <a:pos x="51" y="0"/>
                </a:cxn>
                <a:cxn ang="0">
                  <a:pos x="51" y="0"/>
                </a:cxn>
                <a:cxn ang="0">
                  <a:pos x="40" y="5"/>
                </a:cxn>
                <a:cxn ang="0">
                  <a:pos x="39" y="5"/>
                </a:cxn>
                <a:cxn ang="0">
                  <a:pos x="2" y="64"/>
                </a:cxn>
                <a:cxn ang="0">
                  <a:pos x="25" y="64"/>
                </a:cxn>
                <a:cxn ang="0">
                  <a:pos x="25" y="64"/>
                </a:cxn>
                <a:cxn ang="0">
                  <a:pos x="25" y="64"/>
                </a:cxn>
              </a:cxnLst>
              <a:rect l="0" t="0" r="r" b="b"/>
              <a:pathLst>
                <a:path w="116" h="64">
                  <a:moveTo>
                    <a:pt x="25" y="64"/>
                  </a:moveTo>
                  <a:cubicBezTo>
                    <a:pt x="24" y="56"/>
                    <a:pt x="26" y="49"/>
                    <a:pt x="29" y="44"/>
                  </a:cubicBezTo>
                  <a:cubicBezTo>
                    <a:pt x="29" y="64"/>
                    <a:pt x="29" y="64"/>
                    <a:pt x="29" y="64"/>
                  </a:cubicBezTo>
                  <a:cubicBezTo>
                    <a:pt x="58" y="64"/>
                    <a:pt x="58" y="64"/>
                    <a:pt x="58" y="64"/>
                  </a:cubicBezTo>
                  <a:cubicBezTo>
                    <a:pt x="51" y="54"/>
                    <a:pt x="51" y="54"/>
                    <a:pt x="51" y="54"/>
                  </a:cubicBezTo>
                  <a:cubicBezTo>
                    <a:pt x="58" y="8"/>
                    <a:pt x="58" y="8"/>
                    <a:pt x="58" y="8"/>
                  </a:cubicBezTo>
                  <a:cubicBezTo>
                    <a:pt x="58" y="8"/>
                    <a:pt x="58" y="8"/>
                    <a:pt x="58" y="8"/>
                  </a:cubicBezTo>
                  <a:cubicBezTo>
                    <a:pt x="65" y="54"/>
                    <a:pt x="65" y="54"/>
                    <a:pt x="65" y="54"/>
                  </a:cubicBezTo>
                  <a:cubicBezTo>
                    <a:pt x="58" y="64"/>
                    <a:pt x="58" y="64"/>
                    <a:pt x="58" y="64"/>
                  </a:cubicBezTo>
                  <a:cubicBezTo>
                    <a:pt x="87" y="64"/>
                    <a:pt x="87" y="64"/>
                    <a:pt x="87" y="64"/>
                  </a:cubicBezTo>
                  <a:cubicBezTo>
                    <a:pt x="87" y="44"/>
                    <a:pt x="87" y="44"/>
                    <a:pt x="87" y="44"/>
                  </a:cubicBezTo>
                  <a:cubicBezTo>
                    <a:pt x="90" y="49"/>
                    <a:pt x="92" y="56"/>
                    <a:pt x="91" y="64"/>
                  </a:cubicBezTo>
                  <a:cubicBezTo>
                    <a:pt x="114" y="64"/>
                    <a:pt x="114" y="64"/>
                    <a:pt x="114" y="64"/>
                  </a:cubicBezTo>
                  <a:cubicBezTo>
                    <a:pt x="116" y="29"/>
                    <a:pt x="88" y="12"/>
                    <a:pt x="77" y="5"/>
                  </a:cubicBezTo>
                  <a:cubicBezTo>
                    <a:pt x="77" y="5"/>
                    <a:pt x="76" y="5"/>
                    <a:pt x="76" y="5"/>
                  </a:cubicBezTo>
                  <a:cubicBezTo>
                    <a:pt x="72" y="2"/>
                    <a:pt x="69" y="1"/>
                    <a:pt x="65" y="0"/>
                  </a:cubicBezTo>
                  <a:cubicBezTo>
                    <a:pt x="58" y="7"/>
                    <a:pt x="58" y="7"/>
                    <a:pt x="58" y="7"/>
                  </a:cubicBezTo>
                  <a:cubicBezTo>
                    <a:pt x="51" y="0"/>
                    <a:pt x="51" y="0"/>
                    <a:pt x="51" y="0"/>
                  </a:cubicBezTo>
                  <a:cubicBezTo>
                    <a:pt x="51" y="0"/>
                    <a:pt x="51" y="0"/>
                    <a:pt x="51" y="0"/>
                  </a:cubicBezTo>
                  <a:cubicBezTo>
                    <a:pt x="47" y="1"/>
                    <a:pt x="44" y="2"/>
                    <a:pt x="40" y="5"/>
                  </a:cubicBezTo>
                  <a:cubicBezTo>
                    <a:pt x="40" y="5"/>
                    <a:pt x="39" y="5"/>
                    <a:pt x="39" y="5"/>
                  </a:cubicBezTo>
                  <a:cubicBezTo>
                    <a:pt x="28" y="12"/>
                    <a:pt x="0" y="29"/>
                    <a:pt x="2" y="64"/>
                  </a:cubicBezTo>
                  <a:lnTo>
                    <a:pt x="25" y="64"/>
                  </a:lnTo>
                  <a:close/>
                  <a:moveTo>
                    <a:pt x="25" y="64"/>
                  </a:moveTo>
                  <a:cubicBezTo>
                    <a:pt x="25" y="64"/>
                    <a:pt x="25" y="64"/>
                    <a:pt x="25" y="64"/>
                  </a:cubicBezTo>
                </a:path>
              </a:pathLst>
            </a:custGeom>
            <a:grp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1" name="Freeform 19"/>
            <p:cNvSpPr>
              <a:spLocks noEditPoints="1"/>
            </p:cNvSpPr>
            <p:nvPr/>
          </p:nvSpPr>
          <p:spPr bwMode="auto">
            <a:xfrm>
              <a:off x="3929063" y="4003675"/>
              <a:ext cx="93663" cy="93662"/>
            </a:xfrm>
            <a:custGeom>
              <a:avLst/>
              <a:gdLst/>
              <a:ahLst/>
              <a:cxnLst>
                <a:cxn ang="0">
                  <a:pos x="57" y="29"/>
                </a:cxn>
                <a:cxn ang="0">
                  <a:pos x="28" y="57"/>
                </a:cxn>
                <a:cxn ang="0">
                  <a:pos x="0" y="29"/>
                </a:cxn>
                <a:cxn ang="0">
                  <a:pos x="28" y="0"/>
                </a:cxn>
                <a:cxn ang="0">
                  <a:pos x="57" y="29"/>
                </a:cxn>
                <a:cxn ang="0">
                  <a:pos x="57" y="29"/>
                </a:cxn>
                <a:cxn ang="0">
                  <a:pos x="57" y="29"/>
                </a:cxn>
              </a:cxnLst>
              <a:rect l="0" t="0" r="r" b="b"/>
              <a:pathLst>
                <a:path w="57" h="57">
                  <a:moveTo>
                    <a:pt x="57" y="29"/>
                  </a:moveTo>
                  <a:cubicBezTo>
                    <a:pt x="57" y="45"/>
                    <a:pt x="44" y="57"/>
                    <a:pt x="28" y="57"/>
                  </a:cubicBezTo>
                  <a:cubicBezTo>
                    <a:pt x="13" y="57"/>
                    <a:pt x="0" y="45"/>
                    <a:pt x="0" y="29"/>
                  </a:cubicBezTo>
                  <a:cubicBezTo>
                    <a:pt x="0" y="13"/>
                    <a:pt x="13" y="0"/>
                    <a:pt x="28" y="0"/>
                  </a:cubicBezTo>
                  <a:cubicBezTo>
                    <a:pt x="44" y="0"/>
                    <a:pt x="57" y="13"/>
                    <a:pt x="57" y="29"/>
                  </a:cubicBezTo>
                  <a:close/>
                  <a:moveTo>
                    <a:pt x="57" y="29"/>
                  </a:moveTo>
                  <a:cubicBezTo>
                    <a:pt x="57" y="29"/>
                    <a:pt x="57" y="29"/>
                    <a:pt x="57" y="29"/>
                  </a:cubicBezTo>
                </a:path>
              </a:pathLst>
            </a:custGeom>
            <a:grp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2" name="Freeform 20"/>
            <p:cNvSpPr>
              <a:spLocks noEditPoints="1"/>
            </p:cNvSpPr>
            <p:nvPr/>
          </p:nvSpPr>
          <p:spPr bwMode="auto">
            <a:xfrm>
              <a:off x="3879850" y="4100513"/>
              <a:ext cx="192088" cy="106362"/>
            </a:xfrm>
            <a:custGeom>
              <a:avLst/>
              <a:gdLst/>
              <a:ahLst/>
              <a:cxnLst>
                <a:cxn ang="0">
                  <a:pos x="25" y="64"/>
                </a:cxn>
                <a:cxn ang="0">
                  <a:pos x="29" y="44"/>
                </a:cxn>
                <a:cxn ang="0">
                  <a:pos x="29" y="64"/>
                </a:cxn>
                <a:cxn ang="0">
                  <a:pos x="58" y="64"/>
                </a:cxn>
                <a:cxn ang="0">
                  <a:pos x="51" y="54"/>
                </a:cxn>
                <a:cxn ang="0">
                  <a:pos x="58" y="8"/>
                </a:cxn>
                <a:cxn ang="0">
                  <a:pos x="58" y="8"/>
                </a:cxn>
                <a:cxn ang="0">
                  <a:pos x="65" y="54"/>
                </a:cxn>
                <a:cxn ang="0">
                  <a:pos x="59" y="64"/>
                </a:cxn>
                <a:cxn ang="0">
                  <a:pos x="88" y="64"/>
                </a:cxn>
                <a:cxn ang="0">
                  <a:pos x="88" y="44"/>
                </a:cxn>
                <a:cxn ang="0">
                  <a:pos x="92" y="64"/>
                </a:cxn>
                <a:cxn ang="0">
                  <a:pos x="114" y="64"/>
                </a:cxn>
                <a:cxn ang="0">
                  <a:pos x="77" y="5"/>
                </a:cxn>
                <a:cxn ang="0">
                  <a:pos x="76" y="5"/>
                </a:cxn>
                <a:cxn ang="0">
                  <a:pos x="66" y="0"/>
                </a:cxn>
                <a:cxn ang="0">
                  <a:pos x="58" y="7"/>
                </a:cxn>
                <a:cxn ang="0">
                  <a:pos x="52" y="0"/>
                </a:cxn>
                <a:cxn ang="0">
                  <a:pos x="51" y="0"/>
                </a:cxn>
                <a:cxn ang="0">
                  <a:pos x="41" y="5"/>
                </a:cxn>
                <a:cxn ang="0">
                  <a:pos x="39" y="5"/>
                </a:cxn>
                <a:cxn ang="0">
                  <a:pos x="3" y="64"/>
                </a:cxn>
                <a:cxn ang="0">
                  <a:pos x="25" y="64"/>
                </a:cxn>
                <a:cxn ang="0">
                  <a:pos x="25" y="64"/>
                </a:cxn>
                <a:cxn ang="0">
                  <a:pos x="25" y="64"/>
                </a:cxn>
              </a:cxnLst>
              <a:rect l="0" t="0" r="r" b="b"/>
              <a:pathLst>
                <a:path w="116" h="64">
                  <a:moveTo>
                    <a:pt x="25" y="64"/>
                  </a:moveTo>
                  <a:cubicBezTo>
                    <a:pt x="24" y="56"/>
                    <a:pt x="26" y="49"/>
                    <a:pt x="29" y="44"/>
                  </a:cubicBezTo>
                  <a:cubicBezTo>
                    <a:pt x="29" y="64"/>
                    <a:pt x="29" y="64"/>
                    <a:pt x="29" y="64"/>
                  </a:cubicBezTo>
                  <a:cubicBezTo>
                    <a:pt x="58" y="64"/>
                    <a:pt x="58" y="64"/>
                    <a:pt x="58" y="64"/>
                  </a:cubicBezTo>
                  <a:cubicBezTo>
                    <a:pt x="51" y="54"/>
                    <a:pt x="51" y="54"/>
                    <a:pt x="51" y="54"/>
                  </a:cubicBezTo>
                  <a:cubicBezTo>
                    <a:pt x="58" y="8"/>
                    <a:pt x="58" y="8"/>
                    <a:pt x="58" y="8"/>
                  </a:cubicBezTo>
                  <a:cubicBezTo>
                    <a:pt x="58" y="8"/>
                    <a:pt x="58" y="8"/>
                    <a:pt x="58" y="8"/>
                  </a:cubicBezTo>
                  <a:cubicBezTo>
                    <a:pt x="65" y="54"/>
                    <a:pt x="65" y="54"/>
                    <a:pt x="65" y="54"/>
                  </a:cubicBezTo>
                  <a:cubicBezTo>
                    <a:pt x="59" y="64"/>
                    <a:pt x="59" y="64"/>
                    <a:pt x="59" y="64"/>
                  </a:cubicBezTo>
                  <a:cubicBezTo>
                    <a:pt x="88" y="64"/>
                    <a:pt x="88" y="64"/>
                    <a:pt x="88" y="64"/>
                  </a:cubicBezTo>
                  <a:cubicBezTo>
                    <a:pt x="88" y="44"/>
                    <a:pt x="88" y="44"/>
                    <a:pt x="88" y="44"/>
                  </a:cubicBezTo>
                  <a:cubicBezTo>
                    <a:pt x="91" y="49"/>
                    <a:pt x="92" y="56"/>
                    <a:pt x="92" y="64"/>
                  </a:cubicBezTo>
                  <a:cubicBezTo>
                    <a:pt x="114" y="64"/>
                    <a:pt x="114" y="64"/>
                    <a:pt x="114" y="64"/>
                  </a:cubicBezTo>
                  <a:cubicBezTo>
                    <a:pt x="116" y="29"/>
                    <a:pt x="88" y="12"/>
                    <a:pt x="77" y="5"/>
                  </a:cubicBezTo>
                  <a:cubicBezTo>
                    <a:pt x="77" y="5"/>
                    <a:pt x="76" y="5"/>
                    <a:pt x="76" y="5"/>
                  </a:cubicBezTo>
                  <a:cubicBezTo>
                    <a:pt x="73" y="2"/>
                    <a:pt x="69" y="1"/>
                    <a:pt x="66" y="0"/>
                  </a:cubicBezTo>
                  <a:cubicBezTo>
                    <a:pt x="58" y="7"/>
                    <a:pt x="58" y="7"/>
                    <a:pt x="58" y="7"/>
                  </a:cubicBezTo>
                  <a:cubicBezTo>
                    <a:pt x="52" y="0"/>
                    <a:pt x="52" y="0"/>
                    <a:pt x="52" y="0"/>
                  </a:cubicBezTo>
                  <a:cubicBezTo>
                    <a:pt x="51" y="0"/>
                    <a:pt x="51" y="0"/>
                    <a:pt x="51" y="0"/>
                  </a:cubicBezTo>
                  <a:cubicBezTo>
                    <a:pt x="48" y="1"/>
                    <a:pt x="44" y="2"/>
                    <a:pt x="41" y="5"/>
                  </a:cubicBezTo>
                  <a:cubicBezTo>
                    <a:pt x="40" y="5"/>
                    <a:pt x="40" y="5"/>
                    <a:pt x="39" y="5"/>
                  </a:cubicBezTo>
                  <a:cubicBezTo>
                    <a:pt x="28" y="12"/>
                    <a:pt x="0" y="29"/>
                    <a:pt x="3" y="64"/>
                  </a:cubicBezTo>
                  <a:lnTo>
                    <a:pt x="25" y="64"/>
                  </a:lnTo>
                  <a:close/>
                  <a:moveTo>
                    <a:pt x="25" y="64"/>
                  </a:moveTo>
                  <a:cubicBezTo>
                    <a:pt x="25" y="64"/>
                    <a:pt x="25" y="64"/>
                    <a:pt x="25" y="64"/>
                  </a:cubicBezTo>
                </a:path>
              </a:pathLst>
            </a:custGeom>
            <a:grp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3" name="Rectangle 21"/>
            <p:cNvSpPr>
              <a:spLocks noChangeArrowheads="1"/>
            </p:cNvSpPr>
            <p:nvPr/>
          </p:nvSpPr>
          <p:spPr bwMode="auto">
            <a:xfrm>
              <a:off x="3681413" y="4222750"/>
              <a:ext cx="542925" cy="66675"/>
            </a:xfrm>
            <a:prstGeom prst="rect">
              <a:avLst/>
            </a:prstGeom>
            <a:grpFill/>
            <a:ln w="9525">
              <a:noFill/>
              <a:miter lim="800000"/>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44" name="Freeform 22"/>
            <p:cNvSpPr>
              <a:spLocks noEditPoints="1"/>
            </p:cNvSpPr>
            <p:nvPr/>
          </p:nvSpPr>
          <p:spPr bwMode="auto">
            <a:xfrm>
              <a:off x="3795713" y="3709988"/>
              <a:ext cx="177800" cy="179387"/>
            </a:xfrm>
            <a:custGeom>
              <a:avLst/>
              <a:gdLst/>
              <a:ahLst/>
              <a:cxnLst>
                <a:cxn ang="0">
                  <a:pos x="103" y="61"/>
                </a:cxn>
                <a:cxn ang="0">
                  <a:pos x="97" y="59"/>
                </a:cxn>
                <a:cxn ang="0">
                  <a:pos x="97" y="46"/>
                </a:cxn>
                <a:cxn ang="0">
                  <a:pos x="102" y="44"/>
                </a:cxn>
                <a:cxn ang="0">
                  <a:pos x="105" y="35"/>
                </a:cxn>
                <a:cxn ang="0">
                  <a:pos x="102" y="28"/>
                </a:cxn>
                <a:cxn ang="0">
                  <a:pos x="93" y="24"/>
                </a:cxn>
                <a:cxn ang="0">
                  <a:pos x="88" y="27"/>
                </a:cxn>
                <a:cxn ang="0">
                  <a:pos x="78" y="18"/>
                </a:cxn>
                <a:cxn ang="0">
                  <a:pos x="81" y="13"/>
                </a:cxn>
                <a:cxn ang="0">
                  <a:pos x="76" y="4"/>
                </a:cxn>
                <a:cxn ang="0">
                  <a:pos x="69" y="1"/>
                </a:cxn>
                <a:cxn ang="0">
                  <a:pos x="60" y="5"/>
                </a:cxn>
                <a:cxn ang="0">
                  <a:pos x="58" y="11"/>
                </a:cxn>
                <a:cxn ang="0">
                  <a:pos x="46" y="11"/>
                </a:cxn>
                <a:cxn ang="0">
                  <a:pos x="43" y="6"/>
                </a:cxn>
                <a:cxn ang="0">
                  <a:pos x="34" y="3"/>
                </a:cxn>
                <a:cxn ang="0">
                  <a:pos x="27" y="6"/>
                </a:cxn>
                <a:cxn ang="0">
                  <a:pos x="24" y="15"/>
                </a:cxn>
                <a:cxn ang="0">
                  <a:pos x="26" y="20"/>
                </a:cxn>
                <a:cxn ang="0">
                  <a:pos x="18" y="30"/>
                </a:cxn>
                <a:cxn ang="0">
                  <a:pos x="12" y="28"/>
                </a:cxn>
                <a:cxn ang="0">
                  <a:pos x="3" y="32"/>
                </a:cxn>
                <a:cxn ang="0">
                  <a:pos x="1" y="39"/>
                </a:cxn>
                <a:cxn ang="0">
                  <a:pos x="1" y="44"/>
                </a:cxn>
                <a:cxn ang="0">
                  <a:pos x="5" y="48"/>
                </a:cxn>
                <a:cxn ang="0">
                  <a:pos x="10" y="50"/>
                </a:cxn>
                <a:cxn ang="0">
                  <a:pos x="11" y="62"/>
                </a:cxn>
                <a:cxn ang="0">
                  <a:pos x="5" y="65"/>
                </a:cxn>
                <a:cxn ang="0">
                  <a:pos x="2" y="74"/>
                </a:cxn>
                <a:cxn ang="0">
                  <a:pos x="5" y="81"/>
                </a:cxn>
                <a:cxn ang="0">
                  <a:pos x="14" y="84"/>
                </a:cxn>
                <a:cxn ang="0">
                  <a:pos x="20" y="82"/>
                </a:cxn>
                <a:cxn ang="0">
                  <a:pos x="29" y="90"/>
                </a:cxn>
                <a:cxn ang="0">
                  <a:pos x="27" y="96"/>
                </a:cxn>
                <a:cxn ang="0">
                  <a:pos x="27" y="101"/>
                </a:cxn>
                <a:cxn ang="0">
                  <a:pos x="31" y="105"/>
                </a:cxn>
                <a:cxn ang="0">
                  <a:pos x="38" y="107"/>
                </a:cxn>
                <a:cxn ang="0">
                  <a:pos x="43" y="107"/>
                </a:cxn>
                <a:cxn ang="0">
                  <a:pos x="47" y="103"/>
                </a:cxn>
                <a:cxn ang="0">
                  <a:pos x="49" y="98"/>
                </a:cxn>
                <a:cxn ang="0">
                  <a:pos x="62" y="97"/>
                </a:cxn>
                <a:cxn ang="0">
                  <a:pos x="64" y="103"/>
                </a:cxn>
                <a:cxn ang="0">
                  <a:pos x="73" y="106"/>
                </a:cxn>
                <a:cxn ang="0">
                  <a:pos x="80" y="103"/>
                </a:cxn>
                <a:cxn ang="0">
                  <a:pos x="84" y="94"/>
                </a:cxn>
                <a:cxn ang="0">
                  <a:pos x="81" y="88"/>
                </a:cxn>
                <a:cxn ang="0">
                  <a:pos x="90" y="79"/>
                </a:cxn>
                <a:cxn ang="0">
                  <a:pos x="95" y="81"/>
                </a:cxn>
                <a:cxn ang="0">
                  <a:pos x="101" y="81"/>
                </a:cxn>
                <a:cxn ang="0">
                  <a:pos x="104" y="77"/>
                </a:cxn>
                <a:cxn ang="0">
                  <a:pos x="107" y="70"/>
                </a:cxn>
                <a:cxn ang="0">
                  <a:pos x="103" y="61"/>
                </a:cxn>
                <a:cxn ang="0">
                  <a:pos x="65" y="79"/>
                </a:cxn>
                <a:cxn ang="0">
                  <a:pos x="54" y="81"/>
                </a:cxn>
                <a:cxn ang="0">
                  <a:pos x="29" y="66"/>
                </a:cxn>
                <a:cxn ang="0">
                  <a:pos x="42" y="30"/>
                </a:cxn>
                <a:cxn ang="0">
                  <a:pos x="54" y="27"/>
                </a:cxn>
                <a:cxn ang="0">
                  <a:pos x="78" y="43"/>
                </a:cxn>
                <a:cxn ang="0">
                  <a:pos x="65" y="79"/>
                </a:cxn>
                <a:cxn ang="0">
                  <a:pos x="65" y="79"/>
                </a:cxn>
                <a:cxn ang="0">
                  <a:pos x="65" y="79"/>
                </a:cxn>
              </a:cxnLst>
              <a:rect l="0" t="0" r="r" b="b"/>
              <a:pathLst>
                <a:path w="108" h="108">
                  <a:moveTo>
                    <a:pt x="103" y="61"/>
                  </a:moveTo>
                  <a:cubicBezTo>
                    <a:pt x="97" y="59"/>
                    <a:pt x="97" y="59"/>
                    <a:pt x="97" y="59"/>
                  </a:cubicBezTo>
                  <a:cubicBezTo>
                    <a:pt x="98" y="55"/>
                    <a:pt x="97" y="51"/>
                    <a:pt x="97" y="46"/>
                  </a:cubicBezTo>
                  <a:cubicBezTo>
                    <a:pt x="102" y="44"/>
                    <a:pt x="102" y="44"/>
                    <a:pt x="102" y="44"/>
                  </a:cubicBezTo>
                  <a:cubicBezTo>
                    <a:pt x="106" y="42"/>
                    <a:pt x="107" y="38"/>
                    <a:pt x="105" y="35"/>
                  </a:cubicBezTo>
                  <a:cubicBezTo>
                    <a:pt x="102" y="28"/>
                    <a:pt x="102" y="28"/>
                    <a:pt x="102" y="28"/>
                  </a:cubicBezTo>
                  <a:cubicBezTo>
                    <a:pt x="101" y="24"/>
                    <a:pt x="97" y="23"/>
                    <a:pt x="93" y="24"/>
                  </a:cubicBezTo>
                  <a:cubicBezTo>
                    <a:pt x="88" y="27"/>
                    <a:pt x="88" y="27"/>
                    <a:pt x="88" y="27"/>
                  </a:cubicBezTo>
                  <a:cubicBezTo>
                    <a:pt x="85" y="24"/>
                    <a:pt x="82" y="21"/>
                    <a:pt x="78" y="18"/>
                  </a:cubicBezTo>
                  <a:cubicBezTo>
                    <a:pt x="81" y="13"/>
                    <a:pt x="81" y="13"/>
                    <a:pt x="81" y="13"/>
                  </a:cubicBezTo>
                  <a:cubicBezTo>
                    <a:pt x="82" y="9"/>
                    <a:pt x="80" y="5"/>
                    <a:pt x="76" y="4"/>
                  </a:cubicBezTo>
                  <a:cubicBezTo>
                    <a:pt x="69" y="1"/>
                    <a:pt x="69" y="1"/>
                    <a:pt x="69" y="1"/>
                  </a:cubicBezTo>
                  <a:cubicBezTo>
                    <a:pt x="66" y="0"/>
                    <a:pt x="62" y="2"/>
                    <a:pt x="60" y="5"/>
                  </a:cubicBezTo>
                  <a:cubicBezTo>
                    <a:pt x="58" y="11"/>
                    <a:pt x="58" y="11"/>
                    <a:pt x="58" y="11"/>
                  </a:cubicBezTo>
                  <a:cubicBezTo>
                    <a:pt x="54" y="10"/>
                    <a:pt x="50" y="11"/>
                    <a:pt x="46" y="11"/>
                  </a:cubicBezTo>
                  <a:cubicBezTo>
                    <a:pt x="43" y="6"/>
                    <a:pt x="43" y="6"/>
                    <a:pt x="43" y="6"/>
                  </a:cubicBezTo>
                  <a:cubicBezTo>
                    <a:pt x="42" y="2"/>
                    <a:pt x="38" y="1"/>
                    <a:pt x="34" y="3"/>
                  </a:cubicBezTo>
                  <a:cubicBezTo>
                    <a:pt x="27" y="6"/>
                    <a:pt x="27" y="6"/>
                    <a:pt x="27" y="6"/>
                  </a:cubicBezTo>
                  <a:cubicBezTo>
                    <a:pt x="24" y="7"/>
                    <a:pt x="22" y="11"/>
                    <a:pt x="24" y="15"/>
                  </a:cubicBezTo>
                  <a:cubicBezTo>
                    <a:pt x="26" y="20"/>
                    <a:pt x="26" y="20"/>
                    <a:pt x="26" y="20"/>
                  </a:cubicBezTo>
                  <a:cubicBezTo>
                    <a:pt x="23" y="23"/>
                    <a:pt x="20" y="26"/>
                    <a:pt x="18" y="30"/>
                  </a:cubicBezTo>
                  <a:cubicBezTo>
                    <a:pt x="12" y="28"/>
                    <a:pt x="12" y="28"/>
                    <a:pt x="12" y="28"/>
                  </a:cubicBezTo>
                  <a:cubicBezTo>
                    <a:pt x="9" y="26"/>
                    <a:pt x="4" y="28"/>
                    <a:pt x="3" y="32"/>
                  </a:cubicBezTo>
                  <a:cubicBezTo>
                    <a:pt x="1" y="39"/>
                    <a:pt x="1" y="39"/>
                    <a:pt x="1" y="39"/>
                  </a:cubicBezTo>
                  <a:cubicBezTo>
                    <a:pt x="0" y="41"/>
                    <a:pt x="0" y="42"/>
                    <a:pt x="1" y="44"/>
                  </a:cubicBezTo>
                  <a:cubicBezTo>
                    <a:pt x="2" y="46"/>
                    <a:pt x="3" y="47"/>
                    <a:pt x="5" y="48"/>
                  </a:cubicBezTo>
                  <a:cubicBezTo>
                    <a:pt x="10" y="50"/>
                    <a:pt x="10" y="50"/>
                    <a:pt x="10" y="50"/>
                  </a:cubicBezTo>
                  <a:cubicBezTo>
                    <a:pt x="10" y="54"/>
                    <a:pt x="10" y="58"/>
                    <a:pt x="11" y="62"/>
                  </a:cubicBezTo>
                  <a:cubicBezTo>
                    <a:pt x="5" y="65"/>
                    <a:pt x="5" y="65"/>
                    <a:pt x="5" y="65"/>
                  </a:cubicBezTo>
                  <a:cubicBezTo>
                    <a:pt x="2" y="66"/>
                    <a:pt x="0" y="71"/>
                    <a:pt x="2" y="74"/>
                  </a:cubicBezTo>
                  <a:cubicBezTo>
                    <a:pt x="5" y="81"/>
                    <a:pt x="5" y="81"/>
                    <a:pt x="5" y="81"/>
                  </a:cubicBezTo>
                  <a:cubicBezTo>
                    <a:pt x="7" y="84"/>
                    <a:pt x="11" y="86"/>
                    <a:pt x="14" y="84"/>
                  </a:cubicBezTo>
                  <a:cubicBezTo>
                    <a:pt x="20" y="82"/>
                    <a:pt x="20" y="82"/>
                    <a:pt x="20" y="82"/>
                  </a:cubicBezTo>
                  <a:cubicBezTo>
                    <a:pt x="22" y="85"/>
                    <a:pt x="26" y="88"/>
                    <a:pt x="29" y="90"/>
                  </a:cubicBezTo>
                  <a:cubicBezTo>
                    <a:pt x="27" y="96"/>
                    <a:pt x="27" y="96"/>
                    <a:pt x="27" y="96"/>
                  </a:cubicBezTo>
                  <a:cubicBezTo>
                    <a:pt x="26" y="98"/>
                    <a:pt x="26" y="100"/>
                    <a:pt x="27" y="101"/>
                  </a:cubicBezTo>
                  <a:cubicBezTo>
                    <a:pt x="28" y="103"/>
                    <a:pt x="29" y="104"/>
                    <a:pt x="31" y="105"/>
                  </a:cubicBezTo>
                  <a:cubicBezTo>
                    <a:pt x="38" y="107"/>
                    <a:pt x="38" y="107"/>
                    <a:pt x="38" y="107"/>
                  </a:cubicBezTo>
                  <a:cubicBezTo>
                    <a:pt x="40" y="108"/>
                    <a:pt x="42" y="108"/>
                    <a:pt x="43" y="107"/>
                  </a:cubicBezTo>
                  <a:cubicBezTo>
                    <a:pt x="45" y="107"/>
                    <a:pt x="46" y="105"/>
                    <a:pt x="47" y="103"/>
                  </a:cubicBezTo>
                  <a:cubicBezTo>
                    <a:pt x="49" y="98"/>
                    <a:pt x="49" y="98"/>
                    <a:pt x="49" y="98"/>
                  </a:cubicBezTo>
                  <a:cubicBezTo>
                    <a:pt x="53" y="98"/>
                    <a:pt x="57" y="98"/>
                    <a:pt x="62" y="97"/>
                  </a:cubicBezTo>
                  <a:cubicBezTo>
                    <a:pt x="64" y="103"/>
                    <a:pt x="64" y="103"/>
                    <a:pt x="64" y="103"/>
                  </a:cubicBezTo>
                  <a:cubicBezTo>
                    <a:pt x="66" y="106"/>
                    <a:pt x="70" y="108"/>
                    <a:pt x="73" y="106"/>
                  </a:cubicBezTo>
                  <a:cubicBezTo>
                    <a:pt x="80" y="103"/>
                    <a:pt x="80" y="103"/>
                    <a:pt x="80" y="103"/>
                  </a:cubicBezTo>
                  <a:cubicBezTo>
                    <a:pt x="84" y="101"/>
                    <a:pt x="85" y="97"/>
                    <a:pt x="84" y="94"/>
                  </a:cubicBezTo>
                  <a:cubicBezTo>
                    <a:pt x="81" y="88"/>
                    <a:pt x="81" y="88"/>
                    <a:pt x="81" y="88"/>
                  </a:cubicBezTo>
                  <a:cubicBezTo>
                    <a:pt x="84" y="86"/>
                    <a:pt x="87" y="82"/>
                    <a:pt x="90" y="79"/>
                  </a:cubicBezTo>
                  <a:cubicBezTo>
                    <a:pt x="95" y="81"/>
                    <a:pt x="95" y="81"/>
                    <a:pt x="95" y="81"/>
                  </a:cubicBezTo>
                  <a:cubicBezTo>
                    <a:pt x="97" y="82"/>
                    <a:pt x="99" y="82"/>
                    <a:pt x="101" y="81"/>
                  </a:cubicBezTo>
                  <a:cubicBezTo>
                    <a:pt x="102" y="80"/>
                    <a:pt x="104" y="79"/>
                    <a:pt x="104" y="77"/>
                  </a:cubicBezTo>
                  <a:cubicBezTo>
                    <a:pt x="107" y="70"/>
                    <a:pt x="107" y="70"/>
                    <a:pt x="107" y="70"/>
                  </a:cubicBezTo>
                  <a:cubicBezTo>
                    <a:pt x="108" y="66"/>
                    <a:pt x="106" y="62"/>
                    <a:pt x="103" y="61"/>
                  </a:cubicBezTo>
                  <a:close/>
                  <a:moveTo>
                    <a:pt x="65" y="79"/>
                  </a:moveTo>
                  <a:cubicBezTo>
                    <a:pt x="61" y="81"/>
                    <a:pt x="58" y="81"/>
                    <a:pt x="54" y="81"/>
                  </a:cubicBezTo>
                  <a:cubicBezTo>
                    <a:pt x="43" y="81"/>
                    <a:pt x="33" y="75"/>
                    <a:pt x="29" y="66"/>
                  </a:cubicBezTo>
                  <a:cubicBezTo>
                    <a:pt x="23" y="52"/>
                    <a:pt x="29" y="36"/>
                    <a:pt x="42" y="30"/>
                  </a:cubicBezTo>
                  <a:cubicBezTo>
                    <a:pt x="46" y="28"/>
                    <a:pt x="50" y="27"/>
                    <a:pt x="54" y="27"/>
                  </a:cubicBezTo>
                  <a:cubicBezTo>
                    <a:pt x="64" y="27"/>
                    <a:pt x="74" y="33"/>
                    <a:pt x="78" y="43"/>
                  </a:cubicBezTo>
                  <a:cubicBezTo>
                    <a:pt x="85" y="57"/>
                    <a:pt x="79" y="73"/>
                    <a:pt x="65" y="79"/>
                  </a:cubicBezTo>
                  <a:close/>
                  <a:moveTo>
                    <a:pt x="65" y="79"/>
                  </a:moveTo>
                  <a:cubicBezTo>
                    <a:pt x="65" y="79"/>
                    <a:pt x="65" y="79"/>
                    <a:pt x="65" y="79"/>
                  </a:cubicBezTo>
                </a:path>
              </a:pathLst>
            </a:custGeom>
            <a:grp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bg1"/>
                </a:solidFill>
                <a:effectLst/>
                <a:uLnTx/>
                <a:uFillTx/>
                <a:latin typeface="+mn-lt"/>
                <a:ea typeface="+mn-ea"/>
                <a:cs typeface="+mn-cs"/>
              </a:endParaRPr>
            </a:p>
          </p:txBody>
        </p:sp>
      </p:grpSp>
      <p:sp>
        <p:nvSpPr>
          <p:cNvPr id="8204" name="TextBox 13"/>
          <p:cNvSpPr txBox="1"/>
          <p:nvPr/>
        </p:nvSpPr>
        <p:spPr>
          <a:xfrm>
            <a:off x="1913371" y="2946233"/>
            <a:ext cx="1400175" cy="246062"/>
          </a:xfrm>
          <a:prstGeom prst="rect">
            <a:avLst/>
          </a:prstGeom>
          <a:noFill/>
          <a:ln w="9525">
            <a:noFill/>
          </a:ln>
        </p:spPr>
        <p:txBody>
          <a:bodyPr lIns="0" tIns="0" rIns="0" bIns="0" anchor="t" anchorCtr="0">
            <a:spAutoFit/>
          </a:bodyPr>
          <a:lstStyle/>
          <a:p>
            <a:pPr defTabSz="1216025">
              <a:spcBef>
                <a:spcPct val="20000"/>
              </a:spcBef>
            </a:pPr>
            <a:r>
              <a:rPr lang="en-US" altLang="zh-CN" sz="1600" b="1" dirty="0">
                <a:solidFill>
                  <a:schemeClr val="bg1"/>
                </a:solidFill>
                <a:latin typeface="Arial" panose="020B0604020202020204" pitchFamily="34" charset="0"/>
                <a:ea typeface="Microsoft YaHei" panose="020B0503020204020204" pitchFamily="34" charset="-122"/>
                <a:sym typeface="Arial" panose="020B0604020202020204" pitchFamily="34" charset="0"/>
              </a:rPr>
              <a:t>Simaab Malik</a:t>
            </a:r>
          </a:p>
        </p:txBody>
      </p:sp>
      <p:sp>
        <p:nvSpPr>
          <p:cNvPr id="8206" name="TextBox 13"/>
          <p:cNvSpPr txBox="1"/>
          <p:nvPr/>
        </p:nvSpPr>
        <p:spPr>
          <a:xfrm>
            <a:off x="1940698" y="3962086"/>
            <a:ext cx="1400175" cy="246062"/>
          </a:xfrm>
          <a:prstGeom prst="rect">
            <a:avLst/>
          </a:prstGeom>
          <a:noFill/>
          <a:ln w="9525">
            <a:noFill/>
          </a:ln>
        </p:spPr>
        <p:txBody>
          <a:bodyPr lIns="0" tIns="0" rIns="0" bIns="0" anchor="t" anchorCtr="0">
            <a:spAutoFit/>
          </a:bodyPr>
          <a:lstStyle/>
          <a:p>
            <a:pPr defTabSz="1216025">
              <a:spcBef>
                <a:spcPct val="20000"/>
              </a:spcBef>
            </a:pPr>
            <a:r>
              <a:rPr lang="en-US" altLang="zh-CN" sz="1600" b="1" dirty="0">
                <a:solidFill>
                  <a:schemeClr val="bg1"/>
                </a:solidFill>
                <a:latin typeface="Arial" panose="020B0604020202020204" pitchFamily="34" charset="0"/>
                <a:ea typeface="Microsoft YaHei" panose="020B0503020204020204" pitchFamily="34" charset="-122"/>
                <a:sym typeface="Arial" panose="020B0604020202020204" pitchFamily="34" charset="0"/>
              </a:rPr>
              <a:t>Affifa Amna</a:t>
            </a:r>
          </a:p>
        </p:txBody>
      </p:sp>
      <p:sp>
        <p:nvSpPr>
          <p:cNvPr id="8208" name="TextBox 13"/>
          <p:cNvSpPr txBox="1"/>
          <p:nvPr/>
        </p:nvSpPr>
        <p:spPr>
          <a:xfrm>
            <a:off x="1845274" y="5109048"/>
            <a:ext cx="2361167" cy="246221"/>
          </a:xfrm>
          <a:prstGeom prst="rect">
            <a:avLst/>
          </a:prstGeom>
          <a:noFill/>
          <a:ln w="9525">
            <a:noFill/>
          </a:ln>
        </p:spPr>
        <p:txBody>
          <a:bodyPr wrap="square" lIns="0" tIns="0" rIns="0" bIns="0" anchor="t" anchorCtr="0">
            <a:spAutoFit/>
          </a:bodyPr>
          <a:lstStyle/>
          <a:p>
            <a:pPr defTabSz="1216025">
              <a:spcBef>
                <a:spcPct val="20000"/>
              </a:spcBef>
            </a:pPr>
            <a:r>
              <a:rPr lang="en-US" altLang="zh-CN" sz="1600" b="1">
                <a:solidFill>
                  <a:schemeClr val="bg1"/>
                </a:solidFill>
                <a:latin typeface="Arial" panose="020B0604020202020204" pitchFamily="34" charset="0"/>
                <a:ea typeface="Microsoft YaHei" panose="020B0503020204020204" pitchFamily="34" charset="-122"/>
                <a:sym typeface="Arial" panose="020B0604020202020204" pitchFamily="34" charset="0"/>
              </a:rPr>
              <a:t>Anosha Pervaiz Awan</a:t>
            </a:r>
            <a:endParaRPr lang="en-US" altLang="zh-CN" sz="1600" b="1" dirty="0">
              <a:solidFill>
                <a:schemeClr val="bg1"/>
              </a:solidFill>
              <a:latin typeface="Arial" panose="020B0604020202020204" pitchFamily="34" charset="0"/>
              <a:ea typeface="Microsoft YaHei" panose="020B0503020204020204" pitchFamily="34" charset="-122"/>
              <a:sym typeface="Arial" panose="020B0604020202020204" pitchFamily="34" charset="0"/>
            </a:endParaRPr>
          </a:p>
        </p:txBody>
      </p:sp>
      <p:sp>
        <p:nvSpPr>
          <p:cNvPr id="2" name="AutoShape 2" descr="A College Group Project that My Students Actually Enjoy – Erika Romero">
            <a:extLst>
              <a:ext uri="{FF2B5EF4-FFF2-40B4-BE49-F238E27FC236}">
                <a16:creationId xmlns:a16="http://schemas.microsoft.com/office/drawing/2014/main" id="{BDFFD22C-E726-E0F3-234D-3C07B6F7B00D}"/>
              </a:ext>
            </a:extLst>
          </p:cNvPr>
          <p:cNvSpPr>
            <a:spLocks noChangeAspect="1" noChangeArrowheads="1"/>
          </p:cNvSpPr>
          <p:nvPr/>
        </p:nvSpPr>
        <p:spPr bwMode="auto">
          <a:xfrm flipV="1">
            <a:off x="5943599" y="-514109"/>
            <a:ext cx="3790709" cy="37907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21158525-FCE5-8B45-9A71-0652CB230B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0926" y="2401851"/>
            <a:ext cx="4418275" cy="2898229"/>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文本框 4"/>
          <p:cNvSpPr txBox="1"/>
          <p:nvPr/>
        </p:nvSpPr>
        <p:spPr>
          <a:xfrm>
            <a:off x="3971925" y="1822450"/>
            <a:ext cx="1603375" cy="3154363"/>
          </a:xfrm>
          <a:prstGeom prst="rect">
            <a:avLst/>
          </a:prstGeom>
          <a:noFill/>
          <a:ln w="9525">
            <a:noFill/>
          </a:ln>
        </p:spPr>
        <p:txBody>
          <a:bodyPr wrap="none" anchor="t" anchorCtr="0">
            <a:spAutoFit/>
          </a:bodyPr>
          <a:lstStyle/>
          <a:p>
            <a:r>
              <a:rPr lang="en-US" altLang="zh-CN" sz="19900" b="1" dirty="0">
                <a:solidFill>
                  <a:schemeClr val="bg1"/>
                </a:solidFill>
                <a:latin typeface="Arial" panose="020B0604020202020204" pitchFamily="34" charset="0"/>
                <a:ea typeface="SimSun" panose="02010600030101010101" pitchFamily="2" charset="-122"/>
              </a:rPr>
              <a:t>2</a:t>
            </a:r>
            <a:endParaRPr lang="zh-CN" altLang="en-US" sz="19900" b="1" dirty="0">
              <a:solidFill>
                <a:schemeClr val="bg1"/>
              </a:solidFill>
              <a:latin typeface="Arial" panose="020B0604020202020204" pitchFamily="34" charset="0"/>
              <a:ea typeface="Arial" panose="020B0604020202020204" pitchFamily="34" charset="0"/>
            </a:endParaRPr>
          </a:p>
        </p:txBody>
      </p:sp>
      <p:sp>
        <p:nvSpPr>
          <p:cNvPr id="13314" name="文本框 34"/>
          <p:cNvSpPr txBox="1"/>
          <p:nvPr/>
        </p:nvSpPr>
        <p:spPr>
          <a:xfrm>
            <a:off x="5657844" y="3840163"/>
            <a:ext cx="2759090" cy="584775"/>
          </a:xfrm>
          <a:prstGeom prst="rect">
            <a:avLst/>
          </a:prstGeom>
          <a:noFill/>
          <a:ln w="9525">
            <a:noFill/>
          </a:ln>
        </p:spPr>
        <p:txBody>
          <a:bodyPr wrap="none" anchor="t" anchorCtr="0">
            <a:spAutoFit/>
          </a:bodyPr>
          <a:lstStyle/>
          <a:p>
            <a:pPr algn="ctr"/>
            <a:r>
              <a:rPr lang="en-US" altLang="zh-CN" sz="3200" dirty="0">
                <a:solidFill>
                  <a:schemeClr val="bg1"/>
                </a:solidFill>
                <a:latin typeface="Arial" panose="020B0604020202020204" pitchFamily="34" charset="0"/>
                <a:ea typeface="Arial" panose="020B0604020202020204" pitchFamily="34" charset="0"/>
              </a:rPr>
              <a:t>About Project </a:t>
            </a:r>
            <a:endParaRPr lang="zh-CN" altLang="en-US" sz="3200" dirty="0">
              <a:solidFill>
                <a:schemeClr val="bg1"/>
              </a:solidFill>
              <a:latin typeface="Arial" panose="020B0604020202020204" pitchFamily="34" charset="0"/>
              <a:ea typeface="Arial" panose="020B0604020202020204" pitchFamily="34" charset="0"/>
            </a:endParaRPr>
          </a:p>
        </p:txBody>
      </p:sp>
      <p:sp>
        <p:nvSpPr>
          <p:cNvPr id="8" name="等腰三角形 7"/>
          <p:cNvSpPr/>
          <p:nvPr/>
        </p:nvSpPr>
        <p:spPr>
          <a:xfrm rot="10800000">
            <a:off x="7002463" y="0"/>
            <a:ext cx="3008313" cy="2593975"/>
          </a:xfrm>
          <a:prstGeom prst="triangle">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8" name="等腰三角形 37"/>
          <p:cNvSpPr/>
          <p:nvPr/>
        </p:nvSpPr>
        <p:spPr>
          <a:xfrm>
            <a:off x="1452563" y="4264025"/>
            <a:ext cx="3008313" cy="2593975"/>
          </a:xfrm>
          <a:prstGeom prst="triangle">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317" name="文本框 38"/>
          <p:cNvSpPr txBox="1"/>
          <p:nvPr/>
        </p:nvSpPr>
        <p:spPr>
          <a:xfrm>
            <a:off x="6013450" y="3316288"/>
            <a:ext cx="2032000" cy="523875"/>
          </a:xfrm>
          <a:prstGeom prst="rect">
            <a:avLst/>
          </a:prstGeom>
          <a:solidFill>
            <a:schemeClr val="bg1"/>
          </a:solidFill>
          <a:ln w="9525">
            <a:noFill/>
          </a:ln>
        </p:spPr>
        <p:txBody>
          <a:bodyPr wrap="none" anchor="t" anchorCtr="0">
            <a:spAutoFit/>
          </a:bodyPr>
          <a:lstStyle/>
          <a:p>
            <a:r>
              <a:rPr lang="en-US" altLang="zh-CN" sz="2800" dirty="0">
                <a:solidFill>
                  <a:srgbClr val="30302F"/>
                </a:solidFill>
                <a:latin typeface="Arial" panose="020B0604020202020204" pitchFamily="34" charset="0"/>
                <a:ea typeface="SimSun" panose="02010600030101010101" pitchFamily="2" charset="-122"/>
              </a:rPr>
              <a:t>PART TWO</a:t>
            </a:r>
            <a:endParaRPr lang="zh-CN" altLang="en-US" sz="2800" dirty="0">
              <a:solidFill>
                <a:srgbClr val="30302F"/>
              </a:solidFill>
              <a:latin typeface="Arial" panose="020B0604020202020204" pitchFamily="34" charset="0"/>
              <a:ea typeface="Arial" panose="020B0604020202020204" pitchFamily="34" charset="0"/>
            </a:endParaRPr>
          </a:p>
        </p:txBody>
      </p:sp>
      <p:sp>
        <p:nvSpPr>
          <p:cNvPr id="14" name="直角三角形 13"/>
          <p:cNvSpPr/>
          <p:nvPr/>
        </p:nvSpPr>
        <p:spPr>
          <a:xfrm rot="10800000" flipH="1">
            <a:off x="8499475" y="-9525"/>
            <a:ext cx="1511300" cy="2603500"/>
          </a:xfrm>
          <a:prstGeom prst="rtTriangle">
            <a:avLst/>
          </a:prstGeom>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0" name="直角三角形 39"/>
          <p:cNvSpPr/>
          <p:nvPr/>
        </p:nvSpPr>
        <p:spPr>
          <a:xfrm flipH="1">
            <a:off x="1446213" y="4241800"/>
            <a:ext cx="1512888" cy="2601913"/>
          </a:xfrm>
          <a:prstGeom prst="rtTriangle">
            <a:avLst/>
          </a:prstGeom>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9" name="组合 6"/>
          <p:cNvGrpSpPr/>
          <p:nvPr/>
        </p:nvGrpSpPr>
        <p:grpSpPr>
          <a:xfrm>
            <a:off x="0" y="377825"/>
            <a:ext cx="1001713" cy="522288"/>
            <a:chOff x="0" y="377371"/>
            <a:chExt cx="1988458" cy="522515"/>
          </a:xfrm>
        </p:grpSpPr>
        <p:sp>
          <p:nvSpPr>
            <p:cNvPr id="4" name="矩形 3"/>
            <p:cNvSpPr/>
            <p:nvPr/>
          </p:nvSpPr>
          <p:spPr>
            <a:xfrm>
              <a:off x="0" y="377371"/>
              <a:ext cx="1988458" cy="522514"/>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直角三角形 5"/>
            <p:cNvSpPr/>
            <p:nvPr/>
          </p:nvSpPr>
          <p:spPr>
            <a:xfrm flipH="1">
              <a:off x="0" y="377372"/>
              <a:ext cx="1988458" cy="522514"/>
            </a:xfrm>
            <a:prstGeom prst="rtTriangle">
              <a:avLst/>
            </a:prstGeom>
            <a:solidFill>
              <a:srgbClr val="30302F">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9222" name="文本框 8"/>
          <p:cNvSpPr txBox="1"/>
          <p:nvPr/>
        </p:nvSpPr>
        <p:spPr>
          <a:xfrm>
            <a:off x="1134626" y="475456"/>
            <a:ext cx="2823209" cy="584775"/>
          </a:xfrm>
          <a:prstGeom prst="rect">
            <a:avLst/>
          </a:prstGeom>
          <a:noFill/>
          <a:ln w="9525">
            <a:noFill/>
          </a:ln>
        </p:spPr>
        <p:txBody>
          <a:bodyPr wrap="none" anchor="t" anchorCtr="0">
            <a:spAutoFit/>
          </a:bodyPr>
          <a:lstStyle/>
          <a:p>
            <a:r>
              <a:rPr lang="en-US" altLang="zh-CN" sz="3200" dirty="0">
                <a:solidFill>
                  <a:schemeClr val="bg1"/>
                </a:solidFill>
                <a:latin typeface="Arial" panose="020B0604020202020204" pitchFamily="34" charset="0"/>
                <a:ea typeface="Arial" panose="020B0604020202020204" pitchFamily="34" charset="0"/>
              </a:rPr>
              <a:t>About Project </a:t>
            </a:r>
            <a:r>
              <a:rPr lang="en-US" altLang="zh-CN" dirty="0">
                <a:solidFill>
                  <a:schemeClr val="bg1"/>
                </a:solidFill>
                <a:latin typeface="Arial" panose="020B0604020202020204" pitchFamily="34" charset="0"/>
                <a:ea typeface="Arial" panose="020B0604020202020204" pitchFamily="34" charset="0"/>
              </a:rPr>
              <a:t>:</a:t>
            </a:r>
            <a:endParaRPr lang="zh-CN" altLang="en-US" dirty="0">
              <a:solidFill>
                <a:schemeClr val="bg1"/>
              </a:solidFill>
              <a:latin typeface="Arial" panose="020B0604020202020204" pitchFamily="34" charset="0"/>
              <a:ea typeface="Arial" panose="020B0604020202020204" pitchFamily="34" charset="0"/>
            </a:endParaRPr>
          </a:p>
        </p:txBody>
      </p:sp>
      <p:sp>
        <p:nvSpPr>
          <p:cNvPr id="9223" name="矩形 10"/>
          <p:cNvSpPr/>
          <p:nvPr/>
        </p:nvSpPr>
        <p:spPr>
          <a:xfrm>
            <a:off x="812799" y="2080177"/>
            <a:ext cx="4645025" cy="614399"/>
          </a:xfrm>
          <a:prstGeom prst="rect">
            <a:avLst/>
          </a:prstGeom>
          <a:noFill/>
          <a:ln w="9525">
            <a:noFill/>
          </a:ln>
        </p:spPr>
        <p:txBody>
          <a:bodyPr lIns="0" tIns="0" rIns="0" bIns="0" anchor="t" anchorCtr="0">
            <a:spAutoFit/>
          </a:bodyPr>
          <a:lstStyle/>
          <a:p>
            <a:pPr defTabSz="1216025">
              <a:lnSpc>
                <a:spcPct val="120000"/>
              </a:lnSpc>
              <a:spcBef>
                <a:spcPct val="20000"/>
              </a:spcBef>
            </a:pPr>
            <a:r>
              <a:rPr lang="en-US" altLang="zh-CN" sz="1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rPr>
              <a:t>TITLE:</a:t>
            </a:r>
          </a:p>
          <a:p>
            <a:pPr defTabSz="1216025">
              <a:lnSpc>
                <a:spcPct val="120000"/>
              </a:lnSpc>
              <a:spcBef>
                <a:spcPct val="20000"/>
              </a:spcBef>
            </a:pPr>
            <a:r>
              <a:rPr lang="en-US" altLang="zh-CN" sz="1600"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rPr>
              <a:t>            CAKE MASTER MANGEMENT SYSTEM</a:t>
            </a:r>
          </a:p>
        </p:txBody>
      </p:sp>
      <p:sp>
        <p:nvSpPr>
          <p:cNvPr id="9224" name="矩形 11"/>
          <p:cNvSpPr/>
          <p:nvPr/>
        </p:nvSpPr>
        <p:spPr>
          <a:xfrm>
            <a:off x="500855" y="2890776"/>
            <a:ext cx="6721747" cy="2994281"/>
          </a:xfrm>
          <a:prstGeom prst="rect">
            <a:avLst/>
          </a:prstGeom>
          <a:noFill/>
          <a:ln w="9525">
            <a:noFill/>
          </a:ln>
        </p:spPr>
        <p:txBody>
          <a:bodyPr wrap="square" lIns="0" tIns="0" rIns="0" bIns="0" anchor="t" anchorCtr="0">
            <a:spAutoFit/>
          </a:bodyPr>
          <a:lstStyle/>
          <a:p>
            <a:pPr defTabSz="1216025">
              <a:lnSpc>
                <a:spcPct val="120000"/>
              </a:lnSpc>
              <a:spcBef>
                <a:spcPct val="20000"/>
              </a:spcBef>
            </a:pPr>
            <a:r>
              <a:rPr lang="en-US" altLang="zh-CN"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rPr>
              <a:t>Working  of the Project :</a:t>
            </a:r>
          </a:p>
          <a:p>
            <a:pPr defTabSz="1216025">
              <a:lnSpc>
                <a:spcPct val="120000"/>
              </a:lnSpc>
              <a:spcBef>
                <a:spcPct val="20000"/>
              </a:spcBef>
            </a:pPr>
            <a:r>
              <a:rPr lang="en-US" altLang="zh-CN"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sym typeface="Arial" panose="020B0604020202020204" pitchFamily="34" charset="0"/>
              </a:rPr>
              <a:t>                              Cake Master works by making cake ordering and management simple for both customers and admins. Customers can look at the catalog, customize their cakes, place orders, track delivery, and make payments easily. Admins can manage customer accounts, update the catalog, handle orders, and check sales reports. The system makes everything faster, reduces mistakes, and saves time. It helps both customers and admins have a smooth and hassle-free experience.</a:t>
            </a:r>
          </a:p>
          <a:p>
            <a:pPr defTabSz="1216025">
              <a:lnSpc>
                <a:spcPct val="120000"/>
              </a:lnSpc>
              <a:spcBef>
                <a:spcPct val="20000"/>
              </a:spcBef>
            </a:pPr>
            <a:endPar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endParaRPr>
          </a:p>
        </p:txBody>
      </p:sp>
      <p:pic>
        <p:nvPicPr>
          <p:cNvPr id="3" name="Picture 2">
            <a:extLst>
              <a:ext uri="{FF2B5EF4-FFF2-40B4-BE49-F238E27FC236}">
                <a16:creationId xmlns:a16="http://schemas.microsoft.com/office/drawing/2014/main" id="{F25B824F-5626-0764-D312-EFD8BC55B3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8059" y="638968"/>
            <a:ext cx="3125165" cy="2644517"/>
          </a:xfrm>
          <a:prstGeom prst="rect">
            <a:avLst/>
          </a:prstGeom>
        </p:spPr>
      </p:pic>
      <p:pic>
        <p:nvPicPr>
          <p:cNvPr id="7" name="Picture 6">
            <a:extLst>
              <a:ext uri="{FF2B5EF4-FFF2-40B4-BE49-F238E27FC236}">
                <a16:creationId xmlns:a16="http://schemas.microsoft.com/office/drawing/2014/main" id="{C4D98FF1-B732-A417-16DD-5B707A5403CF}"/>
              </a:ext>
            </a:extLst>
          </p:cNvPr>
          <p:cNvPicPr>
            <a:picLocks noChangeAspect="1"/>
          </p:cNvPicPr>
          <p:nvPr/>
        </p:nvPicPr>
        <p:blipFill>
          <a:blip r:embed="rId3">
            <a:extLst>
              <a:ext uri="{28A0092B-C50C-407E-A947-70E740481C1C}">
                <a14:useLocalDpi xmlns:a14="http://schemas.microsoft.com/office/drawing/2010/main" val="0"/>
              </a:ext>
            </a:extLst>
          </a:blip>
          <a:srcRect l="47811"/>
          <a:stretch/>
        </p:blipFill>
        <p:spPr>
          <a:xfrm>
            <a:off x="9583838" y="3730374"/>
            <a:ext cx="1287502" cy="18478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文本框 4"/>
          <p:cNvSpPr txBox="1"/>
          <p:nvPr/>
        </p:nvSpPr>
        <p:spPr>
          <a:xfrm>
            <a:off x="3971925" y="1822450"/>
            <a:ext cx="1603375" cy="3154363"/>
          </a:xfrm>
          <a:prstGeom prst="rect">
            <a:avLst/>
          </a:prstGeom>
          <a:noFill/>
          <a:ln w="9525">
            <a:noFill/>
          </a:ln>
        </p:spPr>
        <p:txBody>
          <a:bodyPr wrap="none" anchor="t" anchorCtr="0">
            <a:spAutoFit/>
          </a:bodyPr>
          <a:lstStyle/>
          <a:p>
            <a:r>
              <a:rPr lang="en-US" altLang="zh-CN" sz="19900" b="1" dirty="0">
                <a:solidFill>
                  <a:schemeClr val="bg1"/>
                </a:solidFill>
                <a:latin typeface="Arial" panose="020B0604020202020204" pitchFamily="34" charset="0"/>
                <a:ea typeface="SimSun" panose="02010600030101010101" pitchFamily="2" charset="-122"/>
              </a:rPr>
              <a:t>3</a:t>
            </a:r>
            <a:endParaRPr lang="zh-CN" altLang="en-US" sz="19900" b="1" dirty="0">
              <a:solidFill>
                <a:schemeClr val="bg1"/>
              </a:solidFill>
              <a:latin typeface="Arial" panose="020B0604020202020204" pitchFamily="34" charset="0"/>
              <a:ea typeface="Arial" panose="020B0604020202020204" pitchFamily="34" charset="0"/>
            </a:endParaRPr>
          </a:p>
        </p:txBody>
      </p:sp>
      <p:sp>
        <p:nvSpPr>
          <p:cNvPr id="18434" name="文本框 34"/>
          <p:cNvSpPr txBox="1"/>
          <p:nvPr/>
        </p:nvSpPr>
        <p:spPr>
          <a:xfrm>
            <a:off x="5213643" y="3848100"/>
            <a:ext cx="4011034" cy="584775"/>
          </a:xfrm>
          <a:prstGeom prst="rect">
            <a:avLst/>
          </a:prstGeom>
          <a:noFill/>
          <a:ln w="9525">
            <a:noFill/>
          </a:ln>
        </p:spPr>
        <p:txBody>
          <a:bodyPr wrap="none" anchor="t" anchorCtr="0">
            <a:spAutoFit/>
          </a:bodyPr>
          <a:lstStyle/>
          <a:p>
            <a:pPr algn="ctr"/>
            <a:r>
              <a:rPr lang="en-US" altLang="zh-CN" sz="3200" dirty="0">
                <a:solidFill>
                  <a:schemeClr val="bg1"/>
                </a:solidFill>
                <a:latin typeface="Arial" panose="020B0604020202020204" pitchFamily="34" charset="0"/>
              </a:rPr>
              <a:t>Modules Description </a:t>
            </a:r>
            <a:endParaRPr lang="zh-CN" altLang="en-US" sz="3200" dirty="0">
              <a:solidFill>
                <a:schemeClr val="bg1"/>
              </a:solidFill>
              <a:latin typeface="Arial" panose="020B0604020202020204" pitchFamily="34" charset="0"/>
              <a:ea typeface="Arial" panose="020B0604020202020204" pitchFamily="34" charset="0"/>
            </a:endParaRPr>
          </a:p>
        </p:txBody>
      </p:sp>
      <p:sp>
        <p:nvSpPr>
          <p:cNvPr id="8" name="等腰三角形 7"/>
          <p:cNvSpPr/>
          <p:nvPr/>
        </p:nvSpPr>
        <p:spPr>
          <a:xfrm rot="10800000">
            <a:off x="7002463" y="0"/>
            <a:ext cx="3008313" cy="2593975"/>
          </a:xfrm>
          <a:prstGeom prst="triangle">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8" name="等腰三角形 37"/>
          <p:cNvSpPr/>
          <p:nvPr/>
        </p:nvSpPr>
        <p:spPr>
          <a:xfrm>
            <a:off x="1452563" y="4264025"/>
            <a:ext cx="3008313" cy="2593975"/>
          </a:xfrm>
          <a:prstGeom prst="triangle">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37" name="文本框 38"/>
          <p:cNvSpPr txBox="1"/>
          <p:nvPr/>
        </p:nvSpPr>
        <p:spPr>
          <a:xfrm>
            <a:off x="6013450" y="3316288"/>
            <a:ext cx="2411413" cy="523875"/>
          </a:xfrm>
          <a:prstGeom prst="rect">
            <a:avLst/>
          </a:prstGeom>
          <a:solidFill>
            <a:schemeClr val="bg1"/>
          </a:solidFill>
          <a:ln w="9525">
            <a:noFill/>
          </a:ln>
        </p:spPr>
        <p:txBody>
          <a:bodyPr wrap="none" anchor="t" anchorCtr="0">
            <a:spAutoFit/>
          </a:bodyPr>
          <a:lstStyle/>
          <a:p>
            <a:r>
              <a:rPr lang="en-US" altLang="zh-CN" sz="2800" dirty="0">
                <a:solidFill>
                  <a:srgbClr val="30302F"/>
                </a:solidFill>
                <a:latin typeface="Arial" panose="020B0604020202020204" pitchFamily="34" charset="0"/>
                <a:ea typeface="SimSun" panose="02010600030101010101" pitchFamily="2" charset="-122"/>
              </a:rPr>
              <a:t>PART THREE</a:t>
            </a:r>
            <a:endParaRPr lang="zh-CN" altLang="en-US" sz="2800" dirty="0">
              <a:solidFill>
                <a:srgbClr val="30302F"/>
              </a:solidFill>
              <a:latin typeface="Arial" panose="020B0604020202020204" pitchFamily="34" charset="0"/>
              <a:ea typeface="Arial" panose="020B0604020202020204" pitchFamily="34" charset="0"/>
            </a:endParaRPr>
          </a:p>
        </p:txBody>
      </p:sp>
      <p:sp>
        <p:nvSpPr>
          <p:cNvPr id="14" name="直角三角形 13"/>
          <p:cNvSpPr/>
          <p:nvPr/>
        </p:nvSpPr>
        <p:spPr>
          <a:xfrm rot="10800000" flipH="1">
            <a:off x="8499475" y="-9525"/>
            <a:ext cx="1511300" cy="2603500"/>
          </a:xfrm>
          <a:prstGeom prst="rtTriangle">
            <a:avLst/>
          </a:prstGeom>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0" name="直角三角形 39"/>
          <p:cNvSpPr/>
          <p:nvPr/>
        </p:nvSpPr>
        <p:spPr>
          <a:xfrm flipH="1">
            <a:off x="1446213" y="4241800"/>
            <a:ext cx="1512888" cy="2601913"/>
          </a:xfrm>
          <a:prstGeom prst="rtTriangle">
            <a:avLst/>
          </a:prstGeom>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5" name="组合 6"/>
          <p:cNvGrpSpPr/>
          <p:nvPr/>
        </p:nvGrpSpPr>
        <p:grpSpPr>
          <a:xfrm>
            <a:off x="0" y="377825"/>
            <a:ext cx="1001713" cy="522288"/>
            <a:chOff x="0" y="377371"/>
            <a:chExt cx="1988458" cy="522515"/>
          </a:xfrm>
        </p:grpSpPr>
        <p:sp>
          <p:nvSpPr>
            <p:cNvPr id="4" name="矩形 3"/>
            <p:cNvSpPr/>
            <p:nvPr/>
          </p:nvSpPr>
          <p:spPr>
            <a:xfrm>
              <a:off x="0" y="377371"/>
              <a:ext cx="1988458" cy="522514"/>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直角三角形 5"/>
            <p:cNvSpPr/>
            <p:nvPr/>
          </p:nvSpPr>
          <p:spPr>
            <a:xfrm flipH="1">
              <a:off x="0" y="377372"/>
              <a:ext cx="1988458" cy="522514"/>
            </a:xfrm>
            <a:prstGeom prst="rtTriangle">
              <a:avLst/>
            </a:prstGeom>
            <a:solidFill>
              <a:srgbClr val="30302F">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1268" name="文本框 8"/>
          <p:cNvSpPr txBox="1"/>
          <p:nvPr/>
        </p:nvSpPr>
        <p:spPr>
          <a:xfrm>
            <a:off x="1101052" y="452880"/>
            <a:ext cx="4075155" cy="584775"/>
          </a:xfrm>
          <a:prstGeom prst="rect">
            <a:avLst/>
          </a:prstGeom>
          <a:noFill/>
          <a:ln w="9525">
            <a:noFill/>
          </a:ln>
        </p:spPr>
        <p:txBody>
          <a:bodyPr wrap="none" anchor="t" anchorCtr="0">
            <a:spAutoFit/>
          </a:bodyPr>
          <a:lstStyle/>
          <a:p>
            <a:r>
              <a:rPr lang="en-US" altLang="zh-CN" sz="3200" dirty="0">
                <a:solidFill>
                  <a:schemeClr val="bg1"/>
                </a:solidFill>
                <a:latin typeface="Arial" panose="020B0604020202020204" pitchFamily="34" charset="0"/>
                <a:ea typeface="Arial" panose="020B0604020202020204" pitchFamily="34" charset="0"/>
              </a:rPr>
              <a:t>Modules Description </a:t>
            </a:r>
            <a:r>
              <a:rPr lang="en-US" altLang="zh-CN" dirty="0">
                <a:solidFill>
                  <a:schemeClr val="bg1"/>
                </a:solidFill>
                <a:latin typeface="Arial" panose="020B0604020202020204" pitchFamily="34" charset="0"/>
                <a:ea typeface="Arial" panose="020B0604020202020204" pitchFamily="34" charset="0"/>
              </a:rPr>
              <a:t>:</a:t>
            </a:r>
            <a:endParaRPr lang="zh-CN" altLang="en-US" dirty="0">
              <a:solidFill>
                <a:schemeClr val="bg1"/>
              </a:solidFill>
              <a:latin typeface="Arial" panose="020B0604020202020204" pitchFamily="34" charset="0"/>
              <a:ea typeface="Arial" panose="020B0604020202020204" pitchFamily="34" charset="0"/>
            </a:endParaRPr>
          </a:p>
        </p:txBody>
      </p:sp>
      <p:sp>
        <p:nvSpPr>
          <p:cNvPr id="8" name="Oval 9"/>
          <p:cNvSpPr/>
          <p:nvPr/>
        </p:nvSpPr>
        <p:spPr>
          <a:xfrm>
            <a:off x="6356350" y="1957388"/>
            <a:ext cx="3760788" cy="376078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mn-lt"/>
              <a:ea typeface="+mn-ea"/>
              <a:cs typeface="+mn-cs"/>
            </a:endParaRPr>
          </a:p>
        </p:txBody>
      </p:sp>
      <p:sp>
        <p:nvSpPr>
          <p:cNvPr id="10" name="Oval 10"/>
          <p:cNvSpPr/>
          <p:nvPr/>
        </p:nvSpPr>
        <p:spPr>
          <a:xfrm>
            <a:off x="8591550" y="3444875"/>
            <a:ext cx="2743200" cy="274161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mn-lt"/>
              <a:ea typeface="+mn-ea"/>
              <a:cs typeface="+mn-cs"/>
            </a:endParaRPr>
          </a:p>
        </p:txBody>
      </p:sp>
      <p:sp>
        <p:nvSpPr>
          <p:cNvPr id="11" name="Oval 15"/>
          <p:cNvSpPr/>
          <p:nvPr/>
        </p:nvSpPr>
        <p:spPr>
          <a:xfrm>
            <a:off x="6356350" y="1957388"/>
            <a:ext cx="3760788" cy="3760788"/>
          </a:xfrm>
          <a:prstGeom prst="ellipse">
            <a:avLst/>
          </a:prstGeom>
          <a:solidFill>
            <a:srgbClr val="2B7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mn-lt"/>
              <a:ea typeface="+mn-ea"/>
              <a:cs typeface="+mn-cs"/>
            </a:endParaRPr>
          </a:p>
        </p:txBody>
      </p:sp>
      <p:sp>
        <p:nvSpPr>
          <p:cNvPr id="12" name="Oval 16"/>
          <p:cNvSpPr/>
          <p:nvPr/>
        </p:nvSpPr>
        <p:spPr>
          <a:xfrm>
            <a:off x="8591550" y="3444875"/>
            <a:ext cx="2743200" cy="2741613"/>
          </a:xfrm>
          <a:prstGeom prst="ellipse">
            <a:avLst/>
          </a:prstGeom>
          <a:solidFill>
            <a:schemeClr val="bg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mn-lt"/>
              <a:ea typeface="+mn-ea"/>
              <a:cs typeface="+mn-cs"/>
            </a:endParaRPr>
          </a:p>
        </p:txBody>
      </p:sp>
      <p:sp>
        <p:nvSpPr>
          <p:cNvPr id="11278" name="矩形 20"/>
          <p:cNvSpPr/>
          <p:nvPr/>
        </p:nvSpPr>
        <p:spPr>
          <a:xfrm>
            <a:off x="416689" y="2198688"/>
            <a:ext cx="6192455" cy="4157677"/>
          </a:xfrm>
          <a:prstGeom prst="rect">
            <a:avLst/>
          </a:prstGeom>
          <a:noFill/>
          <a:ln w="9525">
            <a:noFill/>
          </a:ln>
        </p:spPr>
        <p:txBody>
          <a:bodyPr wrap="square" lIns="0" tIns="0" rIns="0" bIns="0" anchor="t" anchorCtr="0">
            <a:spAutoFit/>
          </a:bodyPr>
          <a:lstStyle/>
          <a:p>
            <a:pPr marL="285750" indent="-285750" defTabSz="1216025">
              <a:lnSpc>
                <a:spcPct val="120000"/>
              </a:lnSpc>
              <a:spcBef>
                <a:spcPct val="20000"/>
              </a:spcBef>
              <a:buFont typeface="Wingdings" panose="05000000000000000000" pitchFamily="2" charset="2"/>
              <a:buChar char="v"/>
            </a:pPr>
            <a:r>
              <a:rPr lang="en-US" altLang="zh-CN" sz="1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Customer profile:</a:t>
            </a:r>
          </a:p>
          <a:p>
            <a:pPr defTabSz="1216025">
              <a:lnSpc>
                <a:spcPct val="120000"/>
              </a:lnSpc>
              <a:spcBef>
                <a:spcPct val="20000"/>
              </a:spcBef>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Log in to for the account </a:t>
            </a:r>
          </a:p>
          <a:p>
            <a:pPr marL="285750" indent="-285750" defTabSz="1216025">
              <a:lnSpc>
                <a:spcPct val="120000"/>
              </a:lnSpc>
              <a:spcBef>
                <a:spcPct val="20000"/>
              </a:spcBef>
              <a:buFont typeface="Wingdings" panose="05000000000000000000" pitchFamily="2" charset="2"/>
              <a:buChar char="v"/>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a:t>
            </a:r>
            <a:r>
              <a:rPr lang="en-US" altLang="zh-CN" sz="1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Customer Access:</a:t>
            </a:r>
          </a:p>
          <a:p>
            <a:pPr defTabSz="1216025">
              <a:lnSpc>
                <a:spcPct val="120000"/>
              </a:lnSpc>
              <a:spcBef>
                <a:spcPct val="20000"/>
              </a:spcBef>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View customer accounts , Update or delete customer profiles.</a:t>
            </a:r>
          </a:p>
          <a:p>
            <a:pPr marL="285750" indent="-285750" defTabSz="1216025">
              <a:lnSpc>
                <a:spcPct val="120000"/>
              </a:lnSpc>
              <a:spcBef>
                <a:spcPct val="20000"/>
              </a:spcBef>
              <a:buFont typeface="Wingdings" panose="05000000000000000000" pitchFamily="2" charset="2"/>
              <a:buChar char="v"/>
            </a:pPr>
            <a:r>
              <a:rPr lang="en-US" altLang="zh-CN" sz="1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Catalog Management:</a:t>
            </a:r>
          </a:p>
          <a:p>
            <a:pPr defTabSz="1216025">
              <a:lnSpc>
                <a:spcPct val="120000"/>
              </a:lnSpc>
              <a:spcBef>
                <a:spcPct val="20000"/>
              </a:spcBef>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Add new cakes Update cake details Remove cakes from catalog</a:t>
            </a:r>
          </a:p>
          <a:p>
            <a:pPr marL="285750" indent="-285750" defTabSz="1216025">
              <a:lnSpc>
                <a:spcPct val="120000"/>
              </a:lnSpc>
              <a:spcBef>
                <a:spcPct val="20000"/>
              </a:spcBef>
              <a:buFont typeface="Wingdings" panose="05000000000000000000" pitchFamily="2" charset="2"/>
              <a:buChar char="v"/>
            </a:pPr>
            <a:r>
              <a:rPr lang="en-US" altLang="zh-CN" sz="1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Order Management:</a:t>
            </a:r>
          </a:p>
          <a:p>
            <a:pPr defTabSz="1216025">
              <a:lnSpc>
                <a:spcPct val="120000"/>
              </a:lnSpc>
              <a:spcBef>
                <a:spcPct val="20000"/>
              </a:spcBef>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Track orders Update order status Cancel orders if needed</a:t>
            </a:r>
          </a:p>
          <a:p>
            <a:pPr marL="285750" indent="-285750" defTabSz="1216025">
              <a:lnSpc>
                <a:spcPct val="120000"/>
              </a:lnSpc>
              <a:spcBef>
                <a:spcPct val="20000"/>
              </a:spcBef>
              <a:buFont typeface="Wingdings" panose="05000000000000000000" pitchFamily="2" charset="2"/>
              <a:buChar char="v"/>
            </a:pPr>
            <a:r>
              <a:rPr lang="en-US" altLang="zh-CN" sz="1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Financial Reporting:</a:t>
            </a:r>
          </a:p>
          <a:p>
            <a:pPr defTabSz="1216025">
              <a:lnSpc>
                <a:spcPct val="120000"/>
              </a:lnSpc>
              <a:spcBef>
                <a:spcPct val="20000"/>
              </a:spcBef>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Generate sales reports By Update or cancel orders before finalizing</a:t>
            </a:r>
          </a:p>
          <a:p>
            <a:pPr marL="285750" indent="-285750" defTabSz="1216025">
              <a:lnSpc>
                <a:spcPct val="120000"/>
              </a:lnSpc>
              <a:spcBef>
                <a:spcPct val="20000"/>
              </a:spcBef>
              <a:buFont typeface="Wingdings" panose="05000000000000000000" pitchFamily="2" charset="2"/>
              <a:buChar char="v"/>
            </a:pPr>
            <a:r>
              <a:rPr lang="en-US" altLang="zh-CN" sz="1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Discount Control:</a:t>
            </a:r>
          </a:p>
          <a:p>
            <a:pPr defTabSz="1216025">
              <a:lnSpc>
                <a:spcPct val="120000"/>
              </a:lnSpc>
              <a:spcBef>
                <a:spcPct val="20000"/>
              </a:spcBef>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Create discounts for cakes and pastries Update discount terms</a:t>
            </a:r>
          </a:p>
          <a:p>
            <a:pPr marL="285750" indent="-285750" defTabSz="1216025">
              <a:lnSpc>
                <a:spcPct val="120000"/>
              </a:lnSpc>
              <a:spcBef>
                <a:spcPct val="20000"/>
              </a:spcBef>
              <a:buFont typeface="Wingdings" panose="05000000000000000000" pitchFamily="2" charset="2"/>
              <a:buChar char="v"/>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a:t>
            </a:r>
            <a:r>
              <a:rPr lang="en-US" altLang="zh-CN" sz="1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Delivery Control:</a:t>
            </a:r>
          </a:p>
          <a:p>
            <a:pPr defTabSz="1216025">
              <a:lnSpc>
                <a:spcPct val="120000"/>
              </a:lnSpc>
              <a:spcBef>
                <a:spcPct val="20000"/>
              </a:spcBef>
            </a:pPr>
            <a:r>
              <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Set delivery range ,Update delivery options  </a:t>
            </a:r>
          </a:p>
        </p:txBody>
      </p:sp>
      <p:sp>
        <p:nvSpPr>
          <p:cNvPr id="11279" name="TextBox 13"/>
          <p:cNvSpPr txBox="1"/>
          <p:nvPr/>
        </p:nvSpPr>
        <p:spPr>
          <a:xfrm>
            <a:off x="633794" y="1708945"/>
            <a:ext cx="2752725" cy="307777"/>
          </a:xfrm>
          <a:prstGeom prst="rect">
            <a:avLst/>
          </a:prstGeom>
          <a:noFill/>
          <a:ln w="9525">
            <a:noFill/>
          </a:ln>
        </p:spPr>
        <p:txBody>
          <a:bodyPr lIns="0" tIns="0" rIns="0" bIns="0" anchor="t" anchorCtr="0">
            <a:spAutoFit/>
          </a:bodyPr>
          <a:lstStyle/>
          <a:p>
            <a:pPr defTabSz="1216025">
              <a:spcBef>
                <a:spcPct val="20000"/>
              </a:spcBef>
            </a:pPr>
            <a:r>
              <a:rPr lang="en-US" altLang="zh-CN" sz="2000" b="1" dirty="0">
                <a:solidFill>
                  <a:schemeClr val="bg1"/>
                </a:solidFill>
                <a:latin typeface="Arial" panose="020B0604020202020204" pitchFamily="34" charset="0"/>
                <a:ea typeface="Microsoft YaHei" panose="020B0503020204020204" pitchFamily="34" charset="-122"/>
                <a:sym typeface="Arial" panose="020B0604020202020204" pitchFamily="34" charset="0"/>
              </a:rPr>
              <a:t>ADMIN MODULES</a:t>
            </a:r>
            <a:r>
              <a:rPr lang="en-US" altLang="zh-CN" sz="1600" b="1" dirty="0">
                <a:solidFill>
                  <a:schemeClr val="bg1"/>
                </a:solidFill>
                <a:latin typeface="Arial" panose="020B0604020202020204" pitchFamily="34" charset="0"/>
                <a:ea typeface="Microsoft YaHei" panose="020B0503020204020204" pitchFamily="34" charset="-122"/>
                <a:sym typeface="Arial" panose="020B0604020202020204" pitchFamily="34" charset="0"/>
              </a:rPr>
              <a:t>:</a:t>
            </a:r>
          </a:p>
        </p:txBody>
      </p:sp>
      <p:pic>
        <p:nvPicPr>
          <p:cNvPr id="3" name="Picture 2">
            <a:extLst>
              <a:ext uri="{FF2B5EF4-FFF2-40B4-BE49-F238E27FC236}">
                <a16:creationId xmlns:a16="http://schemas.microsoft.com/office/drawing/2014/main" id="{82BB1019-E816-80AC-D589-574DAD7A6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4910" y="3026870"/>
            <a:ext cx="2637659" cy="1680861"/>
          </a:xfrm>
          <a:prstGeom prst="rect">
            <a:avLst/>
          </a:prstGeom>
        </p:spPr>
      </p:pic>
      <p:pic>
        <p:nvPicPr>
          <p:cNvPr id="7" name="Picture 6">
            <a:extLst>
              <a:ext uri="{FF2B5EF4-FFF2-40B4-BE49-F238E27FC236}">
                <a16:creationId xmlns:a16="http://schemas.microsoft.com/office/drawing/2014/main" id="{7F0270FC-8F23-1728-BC13-7140D1C878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2569" y="3968070"/>
            <a:ext cx="1545996" cy="1545996"/>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组合 6"/>
          <p:cNvGrpSpPr/>
          <p:nvPr/>
        </p:nvGrpSpPr>
        <p:grpSpPr>
          <a:xfrm>
            <a:off x="0" y="377825"/>
            <a:ext cx="1001713" cy="522288"/>
            <a:chOff x="0" y="377371"/>
            <a:chExt cx="1988458" cy="522515"/>
          </a:xfrm>
        </p:grpSpPr>
        <p:sp>
          <p:nvSpPr>
            <p:cNvPr id="4" name="矩形 3"/>
            <p:cNvSpPr/>
            <p:nvPr/>
          </p:nvSpPr>
          <p:spPr>
            <a:xfrm>
              <a:off x="0" y="377371"/>
              <a:ext cx="1988458" cy="522514"/>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直角三角形 5"/>
            <p:cNvSpPr/>
            <p:nvPr/>
          </p:nvSpPr>
          <p:spPr>
            <a:xfrm flipH="1">
              <a:off x="0" y="377372"/>
              <a:ext cx="1988458" cy="522514"/>
            </a:xfrm>
            <a:prstGeom prst="rtTriangle">
              <a:avLst/>
            </a:prstGeom>
            <a:solidFill>
              <a:srgbClr val="30302F">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2293" name="文本框 8"/>
          <p:cNvSpPr txBox="1"/>
          <p:nvPr/>
        </p:nvSpPr>
        <p:spPr>
          <a:xfrm>
            <a:off x="555585" y="802655"/>
            <a:ext cx="7743463" cy="5201424"/>
          </a:xfrm>
          <a:prstGeom prst="rect">
            <a:avLst/>
          </a:prstGeom>
          <a:noFill/>
          <a:ln w="9525">
            <a:noFill/>
          </a:ln>
        </p:spPr>
        <p:txBody>
          <a:bodyPr wrap="square" anchor="t" anchorCtr="0">
            <a:spAutoFit/>
          </a:bodyPr>
          <a:lstStyle/>
          <a:p>
            <a:r>
              <a:rPr lang="en-US" altLang="zh-CN" sz="3200" b="1" dirty="0">
                <a:solidFill>
                  <a:schemeClr val="bg1"/>
                </a:solidFill>
                <a:latin typeface="Arial" panose="020B0604020202020204" pitchFamily="34" charset="0"/>
                <a:ea typeface="Arial" panose="020B0604020202020204" pitchFamily="34" charset="0"/>
              </a:rPr>
              <a:t>Customer modules:</a:t>
            </a:r>
          </a:p>
          <a:p>
            <a:endParaRPr lang="en-US" altLang="zh-CN" sz="1600" dirty="0">
              <a:solidFill>
                <a:schemeClr val="bg1"/>
              </a:solidFill>
              <a:latin typeface="Arial" panose="020B0604020202020204" pitchFamily="34" charset="0"/>
              <a:ea typeface="Arial" panose="020B0604020202020204" pitchFamily="34" charset="0"/>
            </a:endParaRPr>
          </a:p>
          <a:p>
            <a:endParaRPr lang="en-US" altLang="zh-CN" sz="1600" dirty="0">
              <a:solidFill>
                <a:schemeClr val="bg1"/>
              </a:solidFill>
              <a:latin typeface="Arial" panose="020B0604020202020204" pitchFamily="34" charset="0"/>
              <a:ea typeface="Arial" panose="020B0604020202020204" pitchFamily="34" charset="0"/>
            </a:endParaRPr>
          </a:p>
          <a:p>
            <a:endParaRPr lang="en-US" altLang="zh-CN" sz="1600" dirty="0">
              <a:solidFill>
                <a:schemeClr val="bg1"/>
              </a:solidFill>
              <a:latin typeface="Arial" panose="020B0604020202020204" pitchFamily="34" charset="0"/>
              <a:ea typeface="Arial" panose="020B0604020202020204" pitchFamily="34" charset="0"/>
            </a:endParaRPr>
          </a:p>
          <a:p>
            <a:pPr marL="285750" indent="-285750">
              <a:buFont typeface="Wingdings" panose="05000000000000000000" pitchFamily="2" charset="2"/>
              <a:buChar char="v"/>
            </a:pPr>
            <a:r>
              <a:rPr lang="en-US" altLang="zh-CN" b="1"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 Customer Profile</a:t>
            </a:r>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a:t>
            </a:r>
          </a:p>
          <a:p>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Sign up Log in</a:t>
            </a:r>
          </a:p>
          <a:p>
            <a:pPr marL="285750" indent="-285750">
              <a:buFont typeface="Wingdings" panose="05000000000000000000" pitchFamily="2" charset="2"/>
              <a:buChar char="v"/>
            </a:pPr>
            <a:r>
              <a:rPr lang="en-US" altLang="zh-CN" b="1"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Cake Catalog Browsing:</a:t>
            </a:r>
          </a:p>
          <a:p>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View cakes, See descriptions, sizes, and prices.</a:t>
            </a:r>
          </a:p>
          <a:p>
            <a:pPr marL="285750" indent="-285750">
              <a:buFont typeface="Wingdings" panose="05000000000000000000" pitchFamily="2" charset="2"/>
              <a:buChar char="v"/>
            </a:pPr>
            <a:r>
              <a:rPr lang="en-US" altLang="zh-CN" b="1"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Place Order:</a:t>
            </a:r>
          </a:p>
          <a:p>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Select cakes, Customize options ,Place orders.</a:t>
            </a:r>
          </a:p>
          <a:p>
            <a:pPr marL="285750" indent="-285750">
              <a:buFont typeface="Wingdings" panose="05000000000000000000" pitchFamily="2" charset="2"/>
              <a:buChar char="v"/>
            </a:pPr>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 </a:t>
            </a:r>
            <a:r>
              <a:rPr lang="en-US" altLang="zh-CN" b="1"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Order Tracking:</a:t>
            </a:r>
          </a:p>
          <a:p>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View order status , Update or cancel orders before finalizing</a:t>
            </a:r>
          </a:p>
          <a:p>
            <a:pPr marL="285750" indent="-285750">
              <a:buFont typeface="Wingdings" panose="05000000000000000000" pitchFamily="2" charset="2"/>
              <a:buChar char="v"/>
            </a:pPr>
            <a:r>
              <a:rPr lang="en-US" altLang="zh-CN" b="1"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Delivery Tracking:</a:t>
            </a:r>
          </a:p>
          <a:p>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Enter address ,Set delivery time, date, and day preferences</a:t>
            </a:r>
          </a:p>
          <a:p>
            <a:pPr marL="285750" indent="-285750">
              <a:buFont typeface="Wingdings" panose="05000000000000000000" pitchFamily="2" charset="2"/>
              <a:buChar char="v"/>
            </a:pPr>
            <a:r>
              <a:rPr lang="en-US" altLang="zh-CN" b="1"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Payment Options:</a:t>
            </a:r>
          </a:p>
          <a:p>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Choose Easy Paisa Select cash on delivery</a:t>
            </a:r>
          </a:p>
          <a:p>
            <a:pPr marL="285750" indent="-285750">
              <a:buFont typeface="Wingdings" panose="05000000000000000000" pitchFamily="2" charset="2"/>
              <a:buChar char="v"/>
            </a:pPr>
            <a:r>
              <a:rPr lang="en-US" altLang="zh-CN" b="1"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Feedback and Ratings:</a:t>
            </a:r>
          </a:p>
          <a:p>
            <a:r>
              <a:rPr lang="en-US" altLang="zh-CN" dirty="0">
                <a:solidFill>
                  <a:schemeClr val="bg1"/>
                </a:solidFill>
                <a:latin typeface="Times New Roman" panose="02020603050405020304" pitchFamily="18" charset="0"/>
                <a:ea typeface="Arial" panose="020B0604020202020204" pitchFamily="34" charset="0"/>
                <a:cs typeface="Times New Roman" panose="02020603050405020304" pitchFamily="18" charset="0"/>
              </a:rPr>
              <a:t>Submit reviews Rate products and delivery</a:t>
            </a:r>
            <a:endParaRPr lang="zh-CN" altLang="en-US" dirty="0">
              <a:solidFill>
                <a:schemeClr val="bg1"/>
              </a:solidFill>
              <a:latin typeface="Times New Roman" panose="02020603050405020304" pitchFamily="18" charset="0"/>
              <a:ea typeface="Arial" panose="020B0604020202020204" pitchFamily="34" charset="0"/>
              <a:cs typeface="Times New Roman" panose="02020603050405020304" pitchFamily="18" charset="0"/>
            </a:endParaRPr>
          </a:p>
        </p:txBody>
      </p:sp>
      <p:cxnSp>
        <p:nvCxnSpPr>
          <p:cNvPr id="12304" name="Straight Line buttom"/>
          <p:cNvCxnSpPr/>
          <p:nvPr/>
        </p:nvCxnSpPr>
        <p:spPr>
          <a:xfrm>
            <a:off x="924719" y="5963394"/>
            <a:ext cx="10342562" cy="0"/>
          </a:xfrm>
          <a:prstGeom prst="line">
            <a:avLst/>
          </a:prstGeom>
          <a:ln w="12700" cap="flat" cmpd="sng">
            <a:solidFill>
              <a:srgbClr val="3EB198"/>
            </a:solidFill>
            <a:prstDash val="sysDot"/>
            <a:round/>
            <a:headEnd type="none" w="med" len="med"/>
            <a:tailEnd type="none" w="med" len="med"/>
          </a:ln>
        </p:spPr>
      </p:cxnSp>
      <p:sp>
        <p:nvSpPr>
          <p:cNvPr id="12307" name="矩形 25"/>
          <p:cNvSpPr/>
          <p:nvPr/>
        </p:nvSpPr>
        <p:spPr>
          <a:xfrm>
            <a:off x="692894" y="1608899"/>
            <a:ext cx="10342562" cy="236603"/>
          </a:xfrm>
          <a:prstGeom prst="rect">
            <a:avLst/>
          </a:prstGeom>
          <a:noFill/>
          <a:ln w="9525">
            <a:noFill/>
          </a:ln>
        </p:spPr>
        <p:txBody>
          <a:bodyPr lIns="0" tIns="0" rIns="0" bIns="0" anchor="t" anchorCtr="0">
            <a:spAutoFit/>
          </a:bodyPr>
          <a:lstStyle/>
          <a:p>
            <a:pPr algn="ctr" defTabSz="1216025">
              <a:lnSpc>
                <a:spcPct val="120000"/>
              </a:lnSpc>
              <a:spcBef>
                <a:spcPct val="20000"/>
              </a:spcBef>
            </a:pPr>
            <a:endParaRPr lang="en-US" altLang="zh-CN" sz="1400"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endParaRPr>
          </a:p>
        </p:txBody>
      </p:sp>
      <p:pic>
        <p:nvPicPr>
          <p:cNvPr id="3" name="Picture 2">
            <a:extLst>
              <a:ext uri="{FF2B5EF4-FFF2-40B4-BE49-F238E27FC236}">
                <a16:creationId xmlns:a16="http://schemas.microsoft.com/office/drawing/2014/main" id="{60D8F556-3BC2-E1B8-45FA-5F84D7A607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07867" y="498414"/>
            <a:ext cx="2457571" cy="2457571"/>
          </a:xfrm>
          <a:prstGeom prst="rect">
            <a:avLst/>
          </a:prstGeom>
        </p:spPr>
      </p:pic>
      <p:pic>
        <p:nvPicPr>
          <p:cNvPr id="7" name="Picture 6">
            <a:extLst>
              <a:ext uri="{FF2B5EF4-FFF2-40B4-BE49-F238E27FC236}">
                <a16:creationId xmlns:a16="http://schemas.microsoft.com/office/drawing/2014/main" id="{9C98D5A3-366B-0933-8CE9-6A19154C55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3421" y="3354506"/>
            <a:ext cx="2457571" cy="21431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文本框 4"/>
          <p:cNvSpPr txBox="1"/>
          <p:nvPr/>
        </p:nvSpPr>
        <p:spPr>
          <a:xfrm>
            <a:off x="3971925" y="1822450"/>
            <a:ext cx="1603375" cy="3154363"/>
          </a:xfrm>
          <a:prstGeom prst="rect">
            <a:avLst/>
          </a:prstGeom>
          <a:noFill/>
          <a:ln w="9525">
            <a:noFill/>
          </a:ln>
        </p:spPr>
        <p:txBody>
          <a:bodyPr wrap="none" anchor="t" anchorCtr="0">
            <a:spAutoFit/>
          </a:bodyPr>
          <a:lstStyle/>
          <a:p>
            <a:r>
              <a:rPr lang="en-US" altLang="zh-CN" sz="19900" b="1" dirty="0">
                <a:solidFill>
                  <a:schemeClr val="bg1"/>
                </a:solidFill>
                <a:latin typeface="Arial" panose="020B0604020202020204" pitchFamily="34" charset="0"/>
                <a:ea typeface="SimSun" panose="02010600030101010101" pitchFamily="2" charset="-122"/>
              </a:rPr>
              <a:t>4</a:t>
            </a:r>
            <a:endParaRPr lang="zh-CN" altLang="en-US" sz="19900" b="1" dirty="0">
              <a:solidFill>
                <a:schemeClr val="bg1"/>
              </a:solidFill>
              <a:latin typeface="Arial" panose="020B0604020202020204" pitchFamily="34" charset="0"/>
              <a:ea typeface="Arial" panose="020B0604020202020204" pitchFamily="34" charset="0"/>
            </a:endParaRPr>
          </a:p>
        </p:txBody>
      </p:sp>
      <p:sp>
        <p:nvSpPr>
          <p:cNvPr id="24578" name="文本框 34"/>
          <p:cNvSpPr txBox="1"/>
          <p:nvPr/>
        </p:nvSpPr>
        <p:spPr>
          <a:xfrm>
            <a:off x="5459243" y="3840163"/>
            <a:ext cx="3942105" cy="584775"/>
          </a:xfrm>
          <a:prstGeom prst="rect">
            <a:avLst/>
          </a:prstGeom>
          <a:noFill/>
          <a:ln w="9525">
            <a:noFill/>
          </a:ln>
        </p:spPr>
        <p:txBody>
          <a:bodyPr wrap="none" anchor="t" anchorCtr="0">
            <a:spAutoFit/>
          </a:bodyPr>
          <a:lstStyle/>
          <a:p>
            <a:pPr algn="ctr"/>
            <a:r>
              <a:rPr lang="en-US" altLang="zh-CN" sz="3200" dirty="0">
                <a:solidFill>
                  <a:schemeClr val="bg1"/>
                </a:solidFill>
                <a:latin typeface="Arial" panose="020B0604020202020204" pitchFamily="34" charset="0"/>
              </a:rPr>
              <a:t>Data Structure used:</a:t>
            </a:r>
            <a:endParaRPr lang="zh-CN" altLang="en-US" sz="3200" dirty="0">
              <a:solidFill>
                <a:schemeClr val="bg1"/>
              </a:solidFill>
              <a:latin typeface="Arial" panose="020B0604020202020204" pitchFamily="34" charset="0"/>
              <a:ea typeface="Arial" panose="020B0604020202020204" pitchFamily="34" charset="0"/>
            </a:endParaRPr>
          </a:p>
        </p:txBody>
      </p:sp>
      <p:sp>
        <p:nvSpPr>
          <p:cNvPr id="8" name="等腰三角形 7"/>
          <p:cNvSpPr/>
          <p:nvPr/>
        </p:nvSpPr>
        <p:spPr>
          <a:xfrm rot="10800000">
            <a:off x="7002463" y="0"/>
            <a:ext cx="3008313" cy="2593975"/>
          </a:xfrm>
          <a:prstGeom prst="triangle">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8" name="等腰三角形 37"/>
          <p:cNvSpPr/>
          <p:nvPr/>
        </p:nvSpPr>
        <p:spPr>
          <a:xfrm>
            <a:off x="1452563" y="4264025"/>
            <a:ext cx="3008313" cy="2593975"/>
          </a:xfrm>
          <a:prstGeom prst="triangle">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581" name="文本框 38"/>
          <p:cNvSpPr txBox="1"/>
          <p:nvPr/>
        </p:nvSpPr>
        <p:spPr>
          <a:xfrm>
            <a:off x="6013450" y="3316288"/>
            <a:ext cx="2219325" cy="523875"/>
          </a:xfrm>
          <a:prstGeom prst="rect">
            <a:avLst/>
          </a:prstGeom>
          <a:solidFill>
            <a:schemeClr val="bg1"/>
          </a:solidFill>
          <a:ln w="9525">
            <a:noFill/>
          </a:ln>
        </p:spPr>
        <p:txBody>
          <a:bodyPr wrap="none" anchor="t" anchorCtr="0">
            <a:spAutoFit/>
          </a:bodyPr>
          <a:lstStyle/>
          <a:p>
            <a:r>
              <a:rPr lang="en-US" altLang="zh-CN" sz="2800" dirty="0">
                <a:solidFill>
                  <a:srgbClr val="30302F"/>
                </a:solidFill>
                <a:latin typeface="Arial" panose="020B0604020202020204" pitchFamily="34" charset="0"/>
                <a:ea typeface="SimSun" panose="02010600030101010101" pitchFamily="2" charset="-122"/>
              </a:rPr>
              <a:t>PART FOUR</a:t>
            </a:r>
            <a:endParaRPr lang="zh-CN" altLang="en-US" sz="2800" dirty="0">
              <a:solidFill>
                <a:srgbClr val="30302F"/>
              </a:solidFill>
              <a:latin typeface="Arial" panose="020B0604020202020204" pitchFamily="34" charset="0"/>
              <a:ea typeface="Arial" panose="020B0604020202020204" pitchFamily="34" charset="0"/>
            </a:endParaRPr>
          </a:p>
        </p:txBody>
      </p:sp>
      <p:sp>
        <p:nvSpPr>
          <p:cNvPr id="14" name="直角三角形 13"/>
          <p:cNvSpPr/>
          <p:nvPr/>
        </p:nvSpPr>
        <p:spPr>
          <a:xfrm rot="10800000" flipH="1">
            <a:off x="8499475" y="-9525"/>
            <a:ext cx="1511300" cy="2603500"/>
          </a:xfrm>
          <a:prstGeom prst="rtTriangle">
            <a:avLst/>
          </a:prstGeom>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0" name="直角三角形 39"/>
          <p:cNvSpPr/>
          <p:nvPr/>
        </p:nvSpPr>
        <p:spPr>
          <a:xfrm flipH="1">
            <a:off x="1446213" y="4241800"/>
            <a:ext cx="1512888" cy="2601913"/>
          </a:xfrm>
          <a:prstGeom prst="rtTriangle">
            <a:avLst/>
          </a:prstGeom>
          <a:solidFill>
            <a:srgbClr val="30302F">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69D5E-AA71-4352-EBDB-3F10A47C4874}"/>
              </a:ext>
            </a:extLst>
          </p:cNvPr>
          <p:cNvSpPr>
            <a:spLocks noGrp="1"/>
          </p:cNvSpPr>
          <p:nvPr>
            <p:ph type="title"/>
          </p:nvPr>
        </p:nvSpPr>
        <p:spPr>
          <a:xfrm>
            <a:off x="740779" y="1006996"/>
            <a:ext cx="8495818" cy="497713"/>
          </a:xfrm>
        </p:spPr>
        <p:txBody>
          <a:bodyPr/>
          <a:lstStyle/>
          <a:p>
            <a:r>
              <a:rPr lang="en-US" sz="4000" u="sng" dirty="0">
                <a:solidFill>
                  <a:schemeClr val="bg1"/>
                </a:solidFill>
              </a:rPr>
              <a:t>Data structure used</a:t>
            </a:r>
            <a:r>
              <a:rPr lang="en-US" sz="4000" dirty="0">
                <a:solidFill>
                  <a:schemeClr val="bg1"/>
                </a:solidFill>
              </a:rPr>
              <a:t>:</a:t>
            </a:r>
            <a:br>
              <a:rPr lang="en-US" sz="4000" dirty="0">
                <a:solidFill>
                  <a:schemeClr val="bg1"/>
                </a:solidFill>
              </a:rPr>
            </a:br>
            <a:r>
              <a:rPr lang="en-US" sz="4000" dirty="0">
                <a:solidFill>
                  <a:schemeClr val="bg1"/>
                </a:solidFill>
              </a:rPr>
              <a:t>                                     </a:t>
            </a:r>
            <a:r>
              <a:rPr lang="en-US" sz="4000" b="1" dirty="0">
                <a:solidFill>
                  <a:schemeClr val="bg1"/>
                </a:solidFill>
              </a:rPr>
              <a:t>“ link list”                  </a:t>
            </a:r>
            <a:br>
              <a:rPr lang="en-US" dirty="0"/>
            </a:br>
            <a:r>
              <a:rPr lang="en-US" dirty="0"/>
              <a:t>                                 </a:t>
            </a:r>
          </a:p>
        </p:txBody>
      </p:sp>
      <p:sp>
        <p:nvSpPr>
          <p:cNvPr id="3" name="Content Placeholder 2">
            <a:extLst>
              <a:ext uri="{FF2B5EF4-FFF2-40B4-BE49-F238E27FC236}">
                <a16:creationId xmlns:a16="http://schemas.microsoft.com/office/drawing/2014/main" id="{18A2EE2B-F0D6-34F0-92E9-DB34242B3674}"/>
              </a:ext>
            </a:extLst>
          </p:cNvPr>
          <p:cNvSpPr>
            <a:spLocks noGrp="1"/>
          </p:cNvSpPr>
          <p:nvPr>
            <p:ph idx="1"/>
          </p:nvPr>
        </p:nvSpPr>
        <p:spPr>
          <a:xfrm>
            <a:off x="448520" y="1565566"/>
            <a:ext cx="10515600" cy="5042644"/>
          </a:xfrm>
        </p:spPr>
        <p:txBody>
          <a:bodyPr/>
          <a:lstStyle/>
          <a:p>
            <a:pPr marL="0" indent="0">
              <a:buNone/>
            </a:pPr>
            <a:r>
              <a:rPr lang="en-US" b="1" u="sng" dirty="0">
                <a:solidFill>
                  <a:schemeClr val="bg1"/>
                </a:solidFill>
              </a:rPr>
              <a:t>Reason why we used it :</a:t>
            </a:r>
          </a:p>
          <a:p>
            <a:pPr>
              <a:buFont typeface="Wingdings" panose="05000000000000000000" pitchFamily="2" charset="2"/>
              <a:buChar char="Ø"/>
            </a:pPr>
            <a:r>
              <a:rPr lang="en-US" dirty="0">
                <a:solidFill>
                  <a:schemeClr val="bg1"/>
                </a:solidFill>
              </a:rPr>
              <a:t>The data structure used in our project is </a:t>
            </a:r>
            <a:r>
              <a:rPr lang="en-US" b="1" dirty="0">
                <a:solidFill>
                  <a:schemeClr val="bg1"/>
                </a:solidFill>
              </a:rPr>
              <a:t>“link list”.</a:t>
            </a:r>
          </a:p>
          <a:p>
            <a:pPr>
              <a:buFont typeface="Wingdings" panose="05000000000000000000" pitchFamily="2" charset="2"/>
              <a:buChar char="Ø"/>
            </a:pPr>
            <a:r>
              <a:rPr lang="en-US" b="1" dirty="0">
                <a:solidFill>
                  <a:schemeClr val="bg1"/>
                </a:solidFill>
                <a:latin typeface="Times New Roman" panose="02020603050405020304" pitchFamily="18" charset="0"/>
                <a:cs typeface="Times New Roman" panose="02020603050405020304" pitchFamily="18" charset="0"/>
              </a:rPr>
              <a:t>Flexible Size: </a:t>
            </a:r>
            <a:r>
              <a:rPr lang="en-US" dirty="0">
                <a:solidFill>
                  <a:schemeClr val="bg1"/>
                </a:solidFill>
                <a:latin typeface="Times New Roman" panose="02020603050405020304" pitchFamily="18" charset="0"/>
                <a:cs typeface="Times New Roman" panose="02020603050405020304" pitchFamily="18" charset="0"/>
              </a:rPr>
              <a:t>A linked list can grow or shrink as needed, so it works well if you don’t know how many cakes or orders there will be.</a:t>
            </a:r>
          </a:p>
          <a:p>
            <a:pPr>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Easy to Add or Remove: </a:t>
            </a:r>
            <a:r>
              <a:rPr lang="en-US" dirty="0">
                <a:solidFill>
                  <a:schemeClr val="bg1"/>
                </a:solidFill>
                <a:latin typeface="Times New Roman" panose="02020603050405020304" pitchFamily="18" charset="0"/>
                <a:cs typeface="Times New Roman" panose="02020603050405020304" pitchFamily="18" charset="0"/>
              </a:rPr>
              <a:t>Adding or removing items in a linked list is simple and doesn’t require shifting other data around, unlike in an array.</a:t>
            </a:r>
          </a:p>
          <a:p>
            <a:pPr>
              <a:buFont typeface="Wingdings" panose="05000000000000000000" pitchFamily="2" charset="2"/>
              <a:buChar char="Ø"/>
            </a:pPr>
            <a:r>
              <a:rPr lang="en-US" b="1" dirty="0">
                <a:solidFill>
                  <a:schemeClr val="bg1"/>
                </a:solidFill>
                <a:latin typeface="Times New Roman" panose="02020603050405020304" pitchFamily="18" charset="0"/>
                <a:cs typeface="Times New Roman" panose="02020603050405020304" pitchFamily="18" charset="0"/>
              </a:rPr>
              <a:t>Saves Space</a:t>
            </a:r>
            <a:r>
              <a:rPr lang="en-US" dirty="0">
                <a:solidFill>
                  <a:schemeClr val="bg1"/>
                </a:solidFill>
                <a:latin typeface="Times New Roman" panose="02020603050405020304" pitchFamily="18" charset="0"/>
                <a:cs typeface="Times New Roman" panose="02020603050405020304" pitchFamily="18" charset="0"/>
              </a:rPr>
              <a:t>: Linked lists only use as much memory as they need, so there’s no wasted space.</a:t>
            </a:r>
          </a:p>
          <a:p>
            <a:pPr>
              <a:buFont typeface="Wingdings" panose="05000000000000000000" pitchFamily="2" charset="2"/>
              <a:buChar char="Ø"/>
            </a:pPr>
            <a:r>
              <a:rPr lang="en-US" b="1" dirty="0">
                <a:solidFill>
                  <a:schemeClr val="bg1"/>
                </a:solidFill>
                <a:latin typeface="Times New Roman" panose="02020603050405020304" pitchFamily="18" charset="0"/>
                <a:cs typeface="Times New Roman" panose="02020603050405020304" pitchFamily="18" charset="0"/>
              </a:rPr>
              <a:t>Handles Changes Well: </a:t>
            </a:r>
            <a:r>
              <a:rPr lang="en-US" dirty="0">
                <a:solidFill>
                  <a:schemeClr val="bg1"/>
                </a:solidFill>
                <a:latin typeface="Times New Roman" panose="02020603050405020304" pitchFamily="18" charset="0"/>
                <a:cs typeface="Times New Roman" panose="02020603050405020304" pitchFamily="18" charset="0"/>
              </a:rPr>
              <a:t>It’s easy to make updates to the structure if you need to, like adding special relationships between cakes or orders.</a:t>
            </a:r>
          </a:p>
        </p:txBody>
      </p:sp>
      <p:sp>
        <p:nvSpPr>
          <p:cNvPr id="4" name="Freeform 6">
            <a:extLst>
              <a:ext uri="{FF2B5EF4-FFF2-40B4-BE49-F238E27FC236}">
                <a16:creationId xmlns:a16="http://schemas.microsoft.com/office/drawing/2014/main" id="{F2252F25-6163-4CCC-AF4C-53FE1469D674}"/>
              </a:ext>
            </a:extLst>
          </p:cNvPr>
          <p:cNvSpPr/>
          <p:nvPr/>
        </p:nvSpPr>
        <p:spPr>
          <a:xfrm flipH="1">
            <a:off x="10872487" y="4086888"/>
            <a:ext cx="1446835" cy="2713239"/>
          </a:xfrm>
          <a:custGeom>
            <a:avLst/>
            <a:gdLst/>
            <a:ahLst/>
            <a:cxnLst>
              <a:cxn ang="0">
                <a:pos x="0" y="0"/>
              </a:cxn>
              <a:cxn ang="0">
                <a:pos x="1268150" y="319936"/>
              </a:cxn>
              <a:cxn ang="0">
                <a:pos x="2540182" y="628625"/>
              </a:cxn>
              <a:cxn ang="0">
                <a:pos x="2012217" y="1148521"/>
              </a:cxn>
              <a:cxn ang="0">
                <a:pos x="5605740" y="4546595"/>
              </a:cxn>
              <a:cxn ang="0">
                <a:pos x="4061962" y="4546595"/>
              </a:cxn>
              <a:cxn ang="0">
                <a:pos x="2972388" y="3515550"/>
              </a:cxn>
              <a:cxn ang="0">
                <a:pos x="3238958" y="3253102"/>
              </a:cxn>
              <a:cxn ang="0">
                <a:pos x="3482236" y="3014400"/>
              </a:cxn>
              <a:cxn ang="0">
                <a:pos x="3147082" y="2933166"/>
              </a:cxn>
              <a:cxn ang="0">
                <a:pos x="2167501" y="2695713"/>
              </a:cxn>
              <a:cxn ang="0">
                <a:pos x="2170089" y="2695713"/>
              </a:cxn>
              <a:cxn ang="0">
                <a:pos x="2013511" y="2655721"/>
              </a:cxn>
              <a:cxn ang="0">
                <a:pos x="1233211" y="1919618"/>
              </a:cxn>
              <a:cxn ang="0">
                <a:pos x="707835" y="2442014"/>
              </a:cxn>
              <a:cxn ang="0">
                <a:pos x="358446" y="1221007"/>
              </a:cxn>
              <a:cxn ang="0">
                <a:pos x="0" y="0"/>
              </a:cxn>
            </a:cxnLst>
            <a:rect l="0" t="0" r="0" b="0"/>
            <a:pathLst>
              <a:path w="4332" h="3638">
                <a:moveTo>
                  <a:pt x="0" y="0"/>
                </a:moveTo>
                <a:lnTo>
                  <a:pt x="980" y="256"/>
                </a:lnTo>
                <a:lnTo>
                  <a:pt x="1963" y="503"/>
                </a:lnTo>
                <a:lnTo>
                  <a:pt x="1555" y="919"/>
                </a:lnTo>
                <a:lnTo>
                  <a:pt x="4332" y="3638"/>
                </a:lnTo>
                <a:lnTo>
                  <a:pt x="3139" y="3638"/>
                </a:lnTo>
                <a:lnTo>
                  <a:pt x="2297" y="2813"/>
                </a:lnTo>
                <a:lnTo>
                  <a:pt x="2503" y="2603"/>
                </a:lnTo>
                <a:lnTo>
                  <a:pt x="2691" y="2412"/>
                </a:lnTo>
                <a:lnTo>
                  <a:pt x="2432" y="2347"/>
                </a:lnTo>
                <a:lnTo>
                  <a:pt x="1675" y="2157"/>
                </a:lnTo>
                <a:lnTo>
                  <a:pt x="1677" y="2157"/>
                </a:lnTo>
                <a:lnTo>
                  <a:pt x="1556" y="2125"/>
                </a:lnTo>
                <a:lnTo>
                  <a:pt x="953" y="1536"/>
                </a:lnTo>
                <a:lnTo>
                  <a:pt x="547" y="1954"/>
                </a:lnTo>
                <a:lnTo>
                  <a:pt x="277" y="977"/>
                </a:lnTo>
                <a:lnTo>
                  <a:pt x="0" y="0"/>
                </a:lnTo>
                <a:close/>
              </a:path>
            </a:pathLst>
          </a:custGeom>
          <a:solidFill>
            <a:srgbClr val="74CEBB"/>
          </a:solidFill>
          <a:ln w="0">
            <a:noFill/>
          </a:ln>
        </p:spPr>
        <p:txBody>
          <a:bodyPr/>
          <a:lstStyle/>
          <a:p>
            <a:endParaRPr lang="en-US"/>
          </a:p>
        </p:txBody>
      </p:sp>
      <p:sp>
        <p:nvSpPr>
          <p:cNvPr id="5" name="Freeform 7">
            <a:extLst>
              <a:ext uri="{FF2B5EF4-FFF2-40B4-BE49-F238E27FC236}">
                <a16:creationId xmlns:a16="http://schemas.microsoft.com/office/drawing/2014/main" id="{1069AB82-4C68-239A-A488-155FCFC9EB66}"/>
              </a:ext>
            </a:extLst>
          </p:cNvPr>
          <p:cNvSpPr/>
          <p:nvPr/>
        </p:nvSpPr>
        <p:spPr>
          <a:xfrm flipH="1">
            <a:off x="9855722" y="57873"/>
            <a:ext cx="2295726" cy="1504710"/>
          </a:xfrm>
          <a:custGeom>
            <a:avLst/>
            <a:gdLst/>
            <a:ahLst/>
            <a:cxnLst>
              <a:cxn ang="0">
                <a:pos x="0" y="0"/>
              </a:cxn>
              <a:cxn ang="0">
                <a:pos x="975699" y="246133"/>
              </a:cxn>
              <a:cxn ang="0">
                <a:pos x="1955280" y="484770"/>
              </a:cxn>
              <a:cxn ang="0">
                <a:pos x="1548954" y="884580"/>
              </a:cxn>
              <a:cxn ang="0">
                <a:pos x="2635940" y="1911593"/>
              </a:cxn>
              <a:cxn ang="0">
                <a:pos x="1407905" y="1911593"/>
              </a:cxn>
              <a:cxn ang="0">
                <a:pos x="948524" y="1478049"/>
              </a:cxn>
              <a:cxn ang="0">
                <a:pos x="544787" y="1880358"/>
              </a:cxn>
              <a:cxn ang="0">
                <a:pos x="275628" y="938305"/>
              </a:cxn>
              <a:cxn ang="0">
                <a:pos x="0" y="0"/>
              </a:cxn>
            </a:cxnLst>
            <a:rect l="0" t="0" r="0" b="0"/>
            <a:pathLst>
              <a:path w="2037" h="1530">
                <a:moveTo>
                  <a:pt x="0" y="0"/>
                </a:moveTo>
                <a:lnTo>
                  <a:pt x="754" y="197"/>
                </a:lnTo>
                <a:lnTo>
                  <a:pt x="1511" y="388"/>
                </a:lnTo>
                <a:lnTo>
                  <a:pt x="1197" y="708"/>
                </a:lnTo>
                <a:lnTo>
                  <a:pt x="2037" y="1530"/>
                </a:lnTo>
                <a:lnTo>
                  <a:pt x="1088" y="1530"/>
                </a:lnTo>
                <a:lnTo>
                  <a:pt x="733" y="1183"/>
                </a:lnTo>
                <a:lnTo>
                  <a:pt x="421" y="1505"/>
                </a:lnTo>
                <a:lnTo>
                  <a:pt x="213" y="751"/>
                </a:lnTo>
                <a:lnTo>
                  <a:pt x="0" y="0"/>
                </a:lnTo>
                <a:close/>
              </a:path>
            </a:pathLst>
          </a:custGeom>
          <a:solidFill>
            <a:srgbClr val="2B7D6B"/>
          </a:solidFill>
          <a:ln w="0">
            <a:noFill/>
          </a:ln>
        </p:spPr>
        <p:txBody>
          <a:bodyPr/>
          <a:lstStyle/>
          <a:p>
            <a:endParaRPr lang="en-US"/>
          </a:p>
        </p:txBody>
      </p:sp>
    </p:spTree>
    <p:extLst>
      <p:ext uri="{BB962C8B-B14F-4D97-AF65-F5344CB8AC3E}">
        <p14:creationId xmlns:p14="http://schemas.microsoft.com/office/powerpoint/2010/main" val="16560056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04FC4-9DFE-D2D2-62EC-8E6034DC04B9}"/>
              </a:ext>
            </a:extLst>
          </p:cNvPr>
          <p:cNvSpPr>
            <a:spLocks noGrp="1"/>
          </p:cNvSpPr>
          <p:nvPr>
            <p:ph type="title"/>
          </p:nvPr>
        </p:nvSpPr>
        <p:spPr/>
        <p:txBody>
          <a:bodyPr/>
          <a:lstStyle/>
          <a:p>
            <a:r>
              <a:rPr lang="en-US" b="1" dirty="0">
                <a:solidFill>
                  <a:schemeClr val="bg1"/>
                </a:solidFill>
              </a:rPr>
              <a:t>Conclusion :</a:t>
            </a:r>
          </a:p>
        </p:txBody>
      </p:sp>
      <p:sp>
        <p:nvSpPr>
          <p:cNvPr id="3" name="Content Placeholder 2">
            <a:extLst>
              <a:ext uri="{FF2B5EF4-FFF2-40B4-BE49-F238E27FC236}">
                <a16:creationId xmlns:a16="http://schemas.microsoft.com/office/drawing/2014/main" id="{20A34657-958B-3A36-201C-2AC1D674E80C}"/>
              </a:ext>
            </a:extLst>
          </p:cNvPr>
          <p:cNvSpPr>
            <a:spLocks noGrp="1"/>
          </p:cNvSpPr>
          <p:nvPr>
            <p:ph idx="1"/>
          </p:nvPr>
        </p:nvSpPr>
        <p:spPr/>
        <p:txBody>
          <a:bodyPr/>
          <a:lstStyle/>
          <a:p>
            <a:pPr marL="0" indent="0">
              <a:buNone/>
            </a:pPr>
            <a:endParaRPr lang="en-US" dirty="0">
              <a:solidFill>
                <a:schemeClr val="bg1"/>
              </a:solidFill>
            </a:endParaRPr>
          </a:p>
          <a:p>
            <a:pPr marL="0" indent="0">
              <a:buNone/>
            </a:pPr>
            <a:r>
              <a:rPr lang="en-US" dirty="0">
                <a:solidFill>
                  <a:schemeClr val="bg1"/>
                </a:solidFill>
                <a:latin typeface="Times New Roman" panose="02020603050405020304" pitchFamily="18" charset="0"/>
                <a:cs typeface="Times New Roman" panose="02020603050405020304" pitchFamily="18" charset="0"/>
              </a:rPr>
              <a:t>           “A Cake Master Management System (CMS) can streamline bakery operations by automating tasks like order taking, inventory management, and financial tracking. This leads to increased efficiency, reduced errors, and improved customer service. A CMS can also help in analyzing sales data to identify popular items and trends, aiding in better decision-making for the business.”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3624102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2786063"/>
            <a:ext cx="2960688" cy="652463"/>
          </a:xfrm>
          <a:prstGeom prst="rect">
            <a:avLst/>
          </a:pr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1" name="任意多边形 20"/>
          <p:cNvSpPr/>
          <p:nvPr/>
        </p:nvSpPr>
        <p:spPr>
          <a:xfrm>
            <a:off x="8331200" y="3411538"/>
            <a:ext cx="3860800" cy="1233488"/>
          </a:xfrm>
          <a:custGeom>
            <a:avLst/>
            <a:gdLst>
              <a:gd name="connsiteX0" fmla="*/ 1422400 w 3759200"/>
              <a:gd name="connsiteY0" fmla="*/ 0 h 1799772"/>
              <a:gd name="connsiteX1" fmla="*/ 3759200 w 3759200"/>
              <a:gd name="connsiteY1" fmla="*/ 0 h 1799772"/>
              <a:gd name="connsiteX2" fmla="*/ 3759200 w 3759200"/>
              <a:gd name="connsiteY2" fmla="*/ 899886 h 1799772"/>
              <a:gd name="connsiteX3" fmla="*/ 2336800 w 3759200"/>
              <a:gd name="connsiteY3" fmla="*/ 899886 h 1799772"/>
              <a:gd name="connsiteX4" fmla="*/ 2336800 w 3759200"/>
              <a:gd name="connsiteY4" fmla="*/ 1799772 h 1799772"/>
              <a:gd name="connsiteX5" fmla="*/ 0 w 3759200"/>
              <a:gd name="connsiteY5" fmla="*/ 1799772 h 1799772"/>
              <a:gd name="connsiteX6" fmla="*/ 0 w 3759200"/>
              <a:gd name="connsiteY6" fmla="*/ 899886 h 1799772"/>
              <a:gd name="connsiteX7" fmla="*/ 1422400 w 3759200"/>
              <a:gd name="connsiteY7" fmla="*/ 899886 h 1799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9200" h="1799772">
                <a:moveTo>
                  <a:pt x="1422400" y="0"/>
                </a:moveTo>
                <a:lnTo>
                  <a:pt x="3759200" y="0"/>
                </a:lnTo>
                <a:lnTo>
                  <a:pt x="3759200" y="899886"/>
                </a:lnTo>
                <a:lnTo>
                  <a:pt x="2336800" y="899886"/>
                </a:lnTo>
                <a:lnTo>
                  <a:pt x="2336800" y="1799772"/>
                </a:lnTo>
                <a:lnTo>
                  <a:pt x="0" y="1799772"/>
                </a:lnTo>
                <a:lnTo>
                  <a:pt x="0" y="899886"/>
                </a:lnTo>
                <a:lnTo>
                  <a:pt x="1422400" y="899886"/>
                </a:lnTo>
                <a:close/>
              </a:path>
            </a:pathLst>
          </a:custGeom>
          <a:solidFill>
            <a:srgbClr val="3EB1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699" name="文本框 11"/>
          <p:cNvSpPr txBox="1"/>
          <p:nvPr/>
        </p:nvSpPr>
        <p:spPr>
          <a:xfrm>
            <a:off x="3446463" y="2633663"/>
            <a:ext cx="4414837" cy="1322387"/>
          </a:xfrm>
          <a:prstGeom prst="rect">
            <a:avLst/>
          </a:prstGeom>
          <a:noFill/>
          <a:ln w="9525">
            <a:noFill/>
          </a:ln>
        </p:spPr>
        <p:txBody>
          <a:bodyPr wrap="none" anchor="t" anchorCtr="0">
            <a:spAutoFit/>
          </a:bodyPr>
          <a:lstStyle/>
          <a:p>
            <a:r>
              <a:rPr lang="en-US" altLang="zh-CN" sz="8000" b="1" dirty="0">
                <a:solidFill>
                  <a:schemeClr val="bg1"/>
                </a:solidFill>
                <a:latin typeface="Arial" panose="020B0604020202020204" pitchFamily="34" charset="0"/>
                <a:ea typeface="SimSun" panose="02010600030101010101" pitchFamily="2" charset="-122"/>
              </a:rPr>
              <a:t>THANKS</a:t>
            </a:r>
            <a:endParaRPr lang="zh-CN" altLang="en-US" sz="8000" b="1" dirty="0">
              <a:solidFill>
                <a:schemeClr val="bg1"/>
              </a:solidFill>
              <a:latin typeface="Arial" panose="020B0604020202020204" pitchFamily="34" charset="0"/>
              <a:ea typeface="Arial" panose="020B0604020202020204" pitchFamily="34" charset="0"/>
            </a:endParaRPr>
          </a:p>
        </p:txBody>
      </p:sp>
      <p:sp>
        <p:nvSpPr>
          <p:cNvPr id="16" name="矩形 15"/>
          <p:cNvSpPr/>
          <p:nvPr/>
        </p:nvSpPr>
        <p:spPr>
          <a:xfrm>
            <a:off x="0" y="2786063"/>
            <a:ext cx="2960688" cy="349250"/>
          </a:xfrm>
          <a:prstGeom prst="rect">
            <a:avLst/>
          </a:prstGeom>
          <a:solidFill>
            <a:srgbClr val="30302F">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矩形 25"/>
          <p:cNvSpPr/>
          <p:nvPr/>
        </p:nvSpPr>
        <p:spPr>
          <a:xfrm>
            <a:off x="8331200" y="4340225"/>
            <a:ext cx="2438400" cy="304800"/>
          </a:xfrm>
          <a:prstGeom prst="rect">
            <a:avLst/>
          </a:prstGeom>
          <a:solidFill>
            <a:srgbClr val="30302F">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矩形 26"/>
          <p:cNvSpPr/>
          <p:nvPr/>
        </p:nvSpPr>
        <p:spPr>
          <a:xfrm>
            <a:off x="9550400" y="3403600"/>
            <a:ext cx="2641600" cy="268288"/>
          </a:xfrm>
          <a:prstGeom prst="rect">
            <a:avLst/>
          </a:prstGeom>
          <a:solidFill>
            <a:srgbClr val="30302F">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549</Words>
  <Application>Microsoft Office PowerPoint</Application>
  <PresentationFormat>Widescreen</PresentationFormat>
  <Paragraphs>80</Paragraphs>
  <Slides>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Microsoft YaHei</vt:lpstr>
      <vt:lpstr>Aptos</vt:lpstr>
      <vt:lpstr>Arial</vt:lpstr>
      <vt:lpstr>Brush Script MT</vt:lpstr>
      <vt:lpstr>Calibri</vt:lpstr>
      <vt:lpstr>Calibri Light</vt:lpstr>
      <vt:lpstr>Chiller</vt:lpstr>
      <vt:lpstr>Times New Roman</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structure used:                                      “ link list”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AFIFA</cp:lastModifiedBy>
  <cp:revision>30</cp:revision>
  <dcterms:created xsi:type="dcterms:W3CDTF">2015-07-07T12:57:00Z</dcterms:created>
  <dcterms:modified xsi:type="dcterms:W3CDTF">2024-12-03T14:06:17Z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1033-12.2.0.18911</vt:lpwstr>
  </property>
  <property fmtid="{D5CDD505-2E9C-101B-9397-08002B2CF9AE}" pid="3" name="ICV">
    <vt:lpwstr>9EAFFFA834DF4CEDB028995B5E6BF553_11</vt:lpwstr>
  </property>
</Properties>
</file>